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58" r:id="rId5"/>
    <p:sldId id="281" r:id="rId6"/>
    <p:sldId id="282" r:id="rId7"/>
    <p:sldId id="283" r:id="rId8"/>
    <p:sldId id="284" r:id="rId9"/>
    <p:sldId id="285" r:id="rId10"/>
    <p:sldId id="293" r:id="rId11"/>
    <p:sldId id="294" r:id="rId12"/>
    <p:sldId id="262" r:id="rId13"/>
    <p:sldId id="274" r:id="rId14"/>
    <p:sldId id="279" r:id="rId15"/>
  </p:sldIdLst>
  <p:sldSz cx="12192000" cy="6858000"/>
  <p:notesSz cx="6858000" cy="9144000"/>
  <p:defaultTextStyle>
    <a:defPPr>
      <a:defRPr lang="en-US"/>
    </a:defPPr>
    <a:lvl1pPr marL="0" algn="l" defTabSz="914353" rtl="0" eaLnBrk="1" latinLnBrk="0" hangingPunct="1">
      <a:defRPr sz="1800" kern="1200">
        <a:solidFill>
          <a:schemeClr val="tx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7DC"/>
    <a:srgbClr val="F8F3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50" autoAdjust="0"/>
    <p:restoredTop sz="94660"/>
  </p:normalViewPr>
  <p:slideViewPr>
    <p:cSldViewPr snapToGrid="0" showGuides="1">
      <p:cViewPr varScale="1">
        <p:scale>
          <a:sx n="121" d="100"/>
          <a:sy n="121" d="100"/>
        </p:scale>
        <p:origin x="496" y="168"/>
      </p:cViewPr>
      <p:guideLst>
        <p:guide orient="horz" pos="2160"/>
        <p:guide pos="3840"/>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4/19/26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914353" rtl="0" eaLnBrk="1" latinLnBrk="0" hangingPunct="1">
      <a:defRPr sz="1200" kern="1200">
        <a:solidFill>
          <a:schemeClr val="tx1"/>
        </a:solidFill>
        <a:latin typeface="+mn-lt"/>
        <a:ea typeface="+mn-ea"/>
        <a:cs typeface="+mn-cs"/>
      </a:defRPr>
    </a:lvl1pPr>
    <a:lvl2pPr marL="457177" algn="l" defTabSz="914353" rtl="0" eaLnBrk="1" latinLnBrk="0" hangingPunct="1">
      <a:defRPr sz="1200" kern="1200">
        <a:solidFill>
          <a:schemeClr val="tx1"/>
        </a:solidFill>
        <a:latin typeface="+mn-lt"/>
        <a:ea typeface="+mn-ea"/>
        <a:cs typeface="+mn-cs"/>
      </a:defRPr>
    </a:lvl2pPr>
    <a:lvl3pPr marL="914353" algn="l" defTabSz="914353" rtl="0" eaLnBrk="1" latinLnBrk="0" hangingPunct="1">
      <a:defRPr sz="1200" kern="1200">
        <a:solidFill>
          <a:schemeClr val="tx1"/>
        </a:solidFill>
        <a:latin typeface="+mn-lt"/>
        <a:ea typeface="+mn-ea"/>
        <a:cs typeface="+mn-cs"/>
      </a:defRPr>
    </a:lvl3pPr>
    <a:lvl4pPr marL="1371530" algn="l" defTabSz="914353" rtl="0" eaLnBrk="1" latinLnBrk="0" hangingPunct="1">
      <a:defRPr sz="1200" kern="1200">
        <a:solidFill>
          <a:schemeClr val="tx1"/>
        </a:solidFill>
        <a:latin typeface="+mn-lt"/>
        <a:ea typeface="+mn-ea"/>
        <a:cs typeface="+mn-cs"/>
      </a:defRPr>
    </a:lvl4pPr>
    <a:lvl5pPr marL="1828706" algn="l" defTabSz="914353" rtl="0" eaLnBrk="1" latinLnBrk="0" hangingPunct="1">
      <a:defRPr sz="1200" kern="1200">
        <a:solidFill>
          <a:schemeClr val="tx1"/>
        </a:solidFill>
        <a:latin typeface="+mn-lt"/>
        <a:ea typeface="+mn-ea"/>
        <a:cs typeface="+mn-cs"/>
      </a:defRPr>
    </a:lvl5pPr>
    <a:lvl6pPr marL="2285883" algn="l" defTabSz="914353" rtl="0" eaLnBrk="1" latinLnBrk="0" hangingPunct="1">
      <a:defRPr sz="1200" kern="1200">
        <a:solidFill>
          <a:schemeClr val="tx1"/>
        </a:solidFill>
        <a:latin typeface="+mn-lt"/>
        <a:ea typeface="+mn-ea"/>
        <a:cs typeface="+mn-cs"/>
      </a:defRPr>
    </a:lvl6pPr>
    <a:lvl7pPr marL="2743060" algn="l" defTabSz="914353" rtl="0" eaLnBrk="1" latinLnBrk="0" hangingPunct="1">
      <a:defRPr sz="1200" kern="1200">
        <a:solidFill>
          <a:schemeClr val="tx1"/>
        </a:solidFill>
        <a:latin typeface="+mn-lt"/>
        <a:ea typeface="+mn-ea"/>
        <a:cs typeface="+mn-cs"/>
      </a:defRPr>
    </a:lvl7pPr>
    <a:lvl8pPr marL="3200236" algn="l" defTabSz="914353" rtl="0" eaLnBrk="1" latinLnBrk="0" hangingPunct="1">
      <a:defRPr sz="1200" kern="1200">
        <a:solidFill>
          <a:schemeClr val="tx1"/>
        </a:solidFill>
        <a:latin typeface="+mn-lt"/>
        <a:ea typeface="+mn-ea"/>
        <a:cs typeface="+mn-cs"/>
      </a:defRPr>
    </a:lvl8pPr>
    <a:lvl9pPr marL="3657413" algn="l" defTabSz="914353"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b="1">
                <a:solidFill>
                  <a:schemeClr val="accent1"/>
                </a:solidFill>
                <a:latin typeface="+mj-lt"/>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243303334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Smoke">
    <p:bg>
      <p:bgPr>
        <a:solidFill>
          <a:schemeClr val="bg2"/>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b="1">
                <a:solidFill>
                  <a:schemeClr val="accent1"/>
                </a:solidFill>
                <a:latin typeface="+mj-lt"/>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249726487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Khaki">
    <p:bg>
      <p:bgPr>
        <a:solidFill>
          <a:srgbClr val="FBF7DC"/>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b="1">
                <a:solidFill>
                  <a:schemeClr val="accent1"/>
                </a:solidFill>
                <a:latin typeface="+mj-lt"/>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60668972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89336"/>
            <a:ext cx="5579198" cy="740845"/>
          </a:xfrm>
        </p:spPr>
        <p:txBody>
          <a:bodyPr anchor="b"/>
          <a:lstStyle>
            <a:lvl1pPr>
              <a:defRPr sz="2200" b="1">
                <a:solidFill>
                  <a:schemeClr val="bg1"/>
                </a:solidFill>
                <a:latin typeface="+mj-lt"/>
                <a:ea typeface="Inter Medium" panose="02000503000000020004" pitchFamily="2" charset="0"/>
              </a:defRPr>
            </a:lvl1pPr>
            <a:lvl2pPr>
              <a:defRPr sz="2200">
                <a:solidFill>
                  <a:schemeClr val="bg1"/>
                </a:solidFill>
              </a:defRPr>
            </a:lvl2pPr>
            <a:lvl3pPr>
              <a:defRPr sz="2200">
                <a:solidFill>
                  <a:schemeClr val="bg1"/>
                </a:solidFill>
                <a:latin typeface="Inter Medium" panose="02000503000000020004" pitchFamily="2" charset="0"/>
                <a:ea typeface="Inter Medium" panose="02000503000000020004" pitchFamily="2" charset="0"/>
              </a:defRPr>
            </a:lvl3pPr>
            <a:lvl4pPr>
              <a:defRPr sz="2200">
                <a:solidFill>
                  <a:schemeClr val="bg1"/>
                </a:solidFill>
                <a:latin typeface="Inter Medium" panose="02000503000000020004" pitchFamily="2" charset="0"/>
                <a:ea typeface="Inter Medium" panose="02000503000000020004" pitchFamily="2" charset="0"/>
              </a:defRPr>
            </a:lvl4pPr>
            <a:lvl5pPr>
              <a:defRPr sz="2200">
                <a:solidFill>
                  <a:schemeClr val="bg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6" name="Group 4">
            <a:extLst>
              <a:ext uri="{FF2B5EF4-FFF2-40B4-BE49-F238E27FC236}">
                <a16:creationId xmlns:a16="http://schemas.microsoft.com/office/drawing/2014/main" id="{714C7637-5E21-BDDB-D675-718E58535D6D}"/>
              </a:ext>
            </a:extLst>
          </p:cNvPr>
          <p:cNvGrpSpPr>
            <a:grpSpLocks noChangeAspect="1"/>
          </p:cNvGrpSpPr>
          <p:nvPr userDrawn="1"/>
        </p:nvGrpSpPr>
        <p:grpSpPr bwMode="auto">
          <a:xfrm>
            <a:off x="330271" y="327819"/>
            <a:ext cx="3972600" cy="438124"/>
            <a:chOff x="0" y="3473"/>
            <a:chExt cx="15360" cy="1694"/>
          </a:xfrm>
        </p:grpSpPr>
        <p:sp>
          <p:nvSpPr>
            <p:cNvPr id="17" name="Freeform 5">
              <a:extLst>
                <a:ext uri="{FF2B5EF4-FFF2-40B4-BE49-F238E27FC236}">
                  <a16:creationId xmlns:a16="http://schemas.microsoft.com/office/drawing/2014/main" id="{A57B56D4-851E-7242-EAB1-CD5B53E8B9A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6">
              <a:extLst>
                <a:ext uri="{FF2B5EF4-FFF2-40B4-BE49-F238E27FC236}">
                  <a16:creationId xmlns:a16="http://schemas.microsoft.com/office/drawing/2014/main" id="{525FF1F4-36F0-A184-7B99-8F5F4A49C89F}"/>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7">
              <a:extLst>
                <a:ext uri="{FF2B5EF4-FFF2-40B4-BE49-F238E27FC236}">
                  <a16:creationId xmlns:a16="http://schemas.microsoft.com/office/drawing/2014/main" id="{F198715B-A90B-9B06-A055-401A84B0921B}"/>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8">
              <a:extLst>
                <a:ext uri="{FF2B5EF4-FFF2-40B4-BE49-F238E27FC236}">
                  <a16:creationId xmlns:a16="http://schemas.microsoft.com/office/drawing/2014/main" id="{9D2E04D5-A2EE-135D-A8C9-6E695F9BCF31}"/>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2" name="Freeform 9">
              <a:extLst>
                <a:ext uri="{FF2B5EF4-FFF2-40B4-BE49-F238E27FC236}">
                  <a16:creationId xmlns:a16="http://schemas.microsoft.com/office/drawing/2014/main" id="{8CE0DC1F-799B-3F7A-3A71-D20337A4746C}"/>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3" name="Freeform 10">
              <a:extLst>
                <a:ext uri="{FF2B5EF4-FFF2-40B4-BE49-F238E27FC236}">
                  <a16:creationId xmlns:a16="http://schemas.microsoft.com/office/drawing/2014/main" id="{E8EAEE22-055F-6869-D50D-D9C8C9082FD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4" name="Freeform 11">
              <a:extLst>
                <a:ext uri="{FF2B5EF4-FFF2-40B4-BE49-F238E27FC236}">
                  <a16:creationId xmlns:a16="http://schemas.microsoft.com/office/drawing/2014/main" id="{EADAC67C-850F-96D3-0962-09E1B4CC3ECB}"/>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12">
              <a:extLst>
                <a:ext uri="{FF2B5EF4-FFF2-40B4-BE49-F238E27FC236}">
                  <a16:creationId xmlns:a16="http://schemas.microsoft.com/office/drawing/2014/main" id="{683187A0-2E68-170D-55EF-0FA20E7A75B8}"/>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6288291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bg>
      <p:bgPr>
        <a:solidFill>
          <a:schemeClr val="bg1">
            <a:lumMod val="85000"/>
          </a:schemeClr>
        </a:solidFill>
        <a:effectLst/>
      </p:bgPr>
    </p:bg>
    <p:spTree>
      <p:nvGrpSpPr>
        <p:cNvPr id="1" name=""/>
        <p:cNvGrpSpPr/>
        <p:nvPr/>
      </p:nvGrpSpPr>
      <p:grpSpPr>
        <a:xfrm>
          <a:off x="0" y="0"/>
          <a:ext cx="0" cy="0"/>
          <a:chOff x="0" y="0"/>
          <a:chExt cx="0" cy="0"/>
        </a:xfrm>
      </p:grpSpPr>
      <p:grpSp>
        <p:nvGrpSpPr>
          <p:cNvPr id="4" name="Group 4">
            <a:extLst>
              <a:ext uri="{FF2B5EF4-FFF2-40B4-BE49-F238E27FC236}">
                <a16:creationId xmlns:a16="http://schemas.microsoft.com/office/drawing/2014/main" id="{98F30683-44FB-4995-47C3-43A7DE5523C7}"/>
              </a:ext>
            </a:extLst>
          </p:cNvPr>
          <p:cNvGrpSpPr>
            <a:grpSpLocks noChangeAspect="1"/>
          </p:cNvGrpSpPr>
          <p:nvPr userDrawn="1"/>
        </p:nvGrpSpPr>
        <p:grpSpPr bwMode="auto">
          <a:xfrm>
            <a:off x="330271" y="327819"/>
            <a:ext cx="3972600" cy="438124"/>
            <a:chOff x="0" y="3473"/>
            <a:chExt cx="15360" cy="1694"/>
          </a:xfrm>
        </p:grpSpPr>
        <p:sp>
          <p:nvSpPr>
            <p:cNvPr id="5" name="Freeform 5">
              <a:extLst>
                <a:ext uri="{FF2B5EF4-FFF2-40B4-BE49-F238E27FC236}">
                  <a16:creationId xmlns:a16="http://schemas.microsoft.com/office/drawing/2014/main" id="{77A24E86-91AA-6A9B-314A-752B77481A0D}"/>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6">
              <a:extLst>
                <a:ext uri="{FF2B5EF4-FFF2-40B4-BE49-F238E27FC236}">
                  <a16:creationId xmlns:a16="http://schemas.microsoft.com/office/drawing/2014/main" id="{A879B37A-F4A9-2DDA-3FC3-9FC52384AE62}"/>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7">
              <a:extLst>
                <a:ext uri="{FF2B5EF4-FFF2-40B4-BE49-F238E27FC236}">
                  <a16:creationId xmlns:a16="http://schemas.microsoft.com/office/drawing/2014/main" id="{93DABC58-132F-2F2F-EB5B-78B30A3D448C}"/>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8">
              <a:extLst>
                <a:ext uri="{FF2B5EF4-FFF2-40B4-BE49-F238E27FC236}">
                  <a16:creationId xmlns:a16="http://schemas.microsoft.com/office/drawing/2014/main" id="{DFE51362-844C-B4F1-1A83-A287F312E94A}"/>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9">
              <a:extLst>
                <a:ext uri="{FF2B5EF4-FFF2-40B4-BE49-F238E27FC236}">
                  <a16:creationId xmlns:a16="http://schemas.microsoft.com/office/drawing/2014/main" id="{E0F57AAB-C462-6A3A-9686-048341EA78B1}"/>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0">
              <a:extLst>
                <a:ext uri="{FF2B5EF4-FFF2-40B4-BE49-F238E27FC236}">
                  <a16:creationId xmlns:a16="http://schemas.microsoft.com/office/drawing/2014/main" id="{8A0D371A-82CE-1829-AA32-FB790C7A60A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1">
              <a:extLst>
                <a:ext uri="{FF2B5EF4-FFF2-40B4-BE49-F238E27FC236}">
                  <a16:creationId xmlns:a16="http://schemas.microsoft.com/office/drawing/2014/main" id="{EA0DE082-4D8F-8158-56B4-AF85C4A0FA22}"/>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2" name="Freeform 12">
              <a:extLst>
                <a:ext uri="{FF2B5EF4-FFF2-40B4-BE49-F238E27FC236}">
                  <a16:creationId xmlns:a16="http://schemas.microsoft.com/office/drawing/2014/main" id="{530CFB56-59E9-38CF-519A-B532B32547AB}"/>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23" name="Title 1">
            <a:extLst>
              <a:ext uri="{FF2B5EF4-FFF2-40B4-BE49-F238E27FC236}">
                <a16:creationId xmlns:a16="http://schemas.microsoft.com/office/drawing/2014/main" id="{FB5434B5-DD4C-F988-6EBA-085A7DD4940D}"/>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GB"/>
              <a:t>Click to edit Master title style</a:t>
            </a:r>
            <a:endParaRPr lang="en-GB" dirty="0"/>
          </a:p>
        </p:txBody>
      </p:sp>
      <p:sp>
        <p:nvSpPr>
          <p:cNvPr id="24" name="Subtitle 2">
            <a:extLst>
              <a:ext uri="{FF2B5EF4-FFF2-40B4-BE49-F238E27FC236}">
                <a16:creationId xmlns:a16="http://schemas.microsoft.com/office/drawing/2014/main" id="{1E34748E-CBEF-26E7-AB9F-696FA5D599DC}"/>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25" name="Text Placeholder 17">
            <a:extLst>
              <a:ext uri="{FF2B5EF4-FFF2-40B4-BE49-F238E27FC236}">
                <a16:creationId xmlns:a16="http://schemas.microsoft.com/office/drawing/2014/main" id="{1DF2DBC8-2D33-BD84-A330-691C8B97975A}"/>
              </a:ext>
            </a:extLst>
          </p:cNvPr>
          <p:cNvSpPr>
            <a:spLocks noGrp="1"/>
          </p:cNvSpPr>
          <p:nvPr>
            <p:ph type="body" sz="quarter" idx="10"/>
          </p:nvPr>
        </p:nvSpPr>
        <p:spPr>
          <a:xfrm>
            <a:off x="330271" y="5789336"/>
            <a:ext cx="5579198" cy="740845"/>
          </a:xfrm>
        </p:spPr>
        <p:txBody>
          <a:bodyPr anchor="b"/>
          <a:lstStyle>
            <a:lvl1pPr>
              <a:defRPr sz="2200" b="1">
                <a:solidFill>
                  <a:schemeClr val="bg1"/>
                </a:solidFill>
                <a:latin typeface="+mj-lt"/>
                <a:ea typeface="Inter Medium" panose="02000503000000020004" pitchFamily="2" charset="0"/>
              </a:defRPr>
            </a:lvl1pPr>
            <a:lvl2pPr>
              <a:defRPr sz="2200">
                <a:solidFill>
                  <a:schemeClr val="bg1"/>
                </a:solidFill>
              </a:defRPr>
            </a:lvl2pPr>
            <a:lvl3pPr>
              <a:defRPr sz="2200">
                <a:solidFill>
                  <a:schemeClr val="bg1"/>
                </a:solidFill>
                <a:latin typeface="Inter Medium" panose="02000503000000020004" pitchFamily="2" charset="0"/>
                <a:ea typeface="Inter Medium" panose="02000503000000020004" pitchFamily="2" charset="0"/>
              </a:defRPr>
            </a:lvl3pPr>
            <a:lvl4pPr>
              <a:defRPr sz="2200">
                <a:solidFill>
                  <a:schemeClr val="bg1"/>
                </a:solidFill>
                <a:latin typeface="Inter Medium" panose="02000503000000020004" pitchFamily="2" charset="0"/>
                <a:ea typeface="Inter Medium" panose="02000503000000020004" pitchFamily="2" charset="0"/>
              </a:defRPr>
            </a:lvl4pPr>
            <a:lvl5pPr>
              <a:defRPr sz="2200">
                <a:solidFill>
                  <a:schemeClr val="bg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407999913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75E3996D-125E-4908-B6F0-50835E42F7CC}" type="datetime1">
              <a:rPr lang="en-GB" smtClean="0"/>
              <a:t>19/04/2026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0208481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D60FE5E2-074F-4C32-9E7C-7D1CD6D9C46F}" type="datetime1">
              <a:rPr lang="en-GB" smtClean="0"/>
              <a:t>19/04/2026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96122023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83C4A389-F2F3-48BD-8637-714D04FBE282}" type="datetime1">
              <a:rPr lang="en-GB" smtClean="0"/>
              <a:t>19/04/2026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03483203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238870"/>
            <a:ext cx="5163243" cy="3190130"/>
          </a:xfrm>
        </p:spPr>
        <p:txBody>
          <a:bodyPr/>
          <a:lstStyle>
            <a:lvl1pPr>
              <a:defRPr sz="6400">
                <a:solidFill>
                  <a:schemeClr val="bg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lvl1pPr>
              <a:defRPr>
                <a:solidFill>
                  <a:schemeClr val="bg1"/>
                </a:solidFill>
              </a:defRPr>
            </a:lvl1pPr>
          </a:lstStyle>
          <a:p>
            <a:fld id="{7E20F845-3051-4964-8810-4D6B9CEE5602}" type="datetime1">
              <a:rPr lang="en-GB" smtClean="0"/>
              <a:t>19/04/2026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819"/>
            <a:ext cx="5777508" cy="310118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TextBox 7">
            <a:extLst>
              <a:ext uri="{FF2B5EF4-FFF2-40B4-BE49-F238E27FC236}">
                <a16:creationId xmlns:a16="http://schemas.microsoft.com/office/drawing/2014/main" id="{F9C35426-417C-E41E-5A03-5974D3C79A0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Tree>
    <p:extLst>
      <p:ext uri="{BB962C8B-B14F-4D97-AF65-F5344CB8AC3E}">
        <p14:creationId xmlns:p14="http://schemas.microsoft.com/office/powerpoint/2010/main" val="75161828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03467850-4A32-48D9-B65E-F551EAA4CC04}" type="datetime1">
              <a:rPr lang="en-GB" smtClean="0"/>
              <a:t>19/04/2026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3317466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E3AC62B7-F8E8-4065-A21D-90A8A970CBC5}" type="datetime1">
              <a:rPr lang="en-GB" smtClean="0"/>
              <a:t>19/04/2026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21846384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7DE15E19-1301-44C0-8F27-8B4339EFA248}" type="datetime1">
              <a:rPr lang="en-GB" smtClean="0"/>
              <a:t>19/04/2026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68526107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7F33E122-4495-44BA-A4C1-8BE76937A80D}" type="datetime1">
              <a:rPr lang="en-GB" smtClean="0"/>
              <a:t>19/04/2026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09035858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753EDC06-C956-40EB-B7C2-5D24D2134868}" type="datetime1">
              <a:rPr lang="en-GB" smtClean="0"/>
              <a:t>19/04/2026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02019597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27072CD8-4874-4E1A-99A5-6A33EAEAD984}" type="datetime1">
              <a:rPr lang="en-GB" smtClean="0"/>
              <a:t>19/04/2026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18074776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AEE23BCF-757C-48E4-AB43-882F0A78532C}" type="datetime1">
              <a:rPr lang="en-GB" smtClean="0"/>
              <a:t>19/04/2026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388475608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17B683EC-1E11-45E0-886A-851228B0A8DF}" type="datetime1">
              <a:rPr lang="en-GB" smtClean="0"/>
              <a:t>19/04/2026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6866366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2D02D4AE-58D3-41BB-8060-5ADF87B91618}" type="datetime1">
              <a:rPr lang="en-GB" smtClean="0"/>
              <a:t>19/04/2026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53624803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Images and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8FD75DBF-6AEB-4550-BEA6-FE6CE3862FB9}" type="datetime1">
              <a:rPr lang="en-GB" smtClean="0"/>
              <a:t>19/04/2026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03706673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Images and Captions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08CB2C9E-B7BA-48F8-8C95-4A603CB4A0B6}" type="datetime1">
              <a:rPr lang="en-GB" smtClean="0"/>
              <a:t>19/04/2026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16098037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and Captions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6CB10E69-4493-469E-9F6F-0F2C42DABB23}" type="datetime1">
              <a:rPr lang="en-GB" smtClean="0"/>
              <a:t>19/04/2026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8142315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49A67A56-2FF9-491E-814D-0A900175F8E1}" type="datetime1">
              <a:rPr lang="en-GB" smtClean="0"/>
              <a:t>19/04/2026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403934480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Tex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024982C8-03A6-4D1C-870A-BE728679E492}" type="datetime1">
              <a:rPr lang="en-GB" smtClean="0"/>
              <a:t>19/04/2026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2447539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rge Tex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43DF533C-450F-4C7A-8669-D1C1D442E9DA}" type="datetime1">
              <a:rPr lang="en-GB" smtClean="0"/>
              <a:t>19/04/2026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51801924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Text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025"/>
            <a:ext cx="9984000" cy="5934075"/>
          </a:xfrm>
        </p:spPr>
        <p:txBody>
          <a:bodyPr/>
          <a:lstStyle>
            <a:lvl1pPr>
              <a:defRPr sz="4800">
                <a:solidFill>
                  <a:schemeClr val="bg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lvl1pPr>
              <a:defRPr>
                <a:solidFill>
                  <a:schemeClr val="bg1"/>
                </a:solidFill>
              </a:defRPr>
            </a:lvl1pPr>
          </a:lstStyle>
          <a:p>
            <a:fld id="{91B67106-7FE2-4B8D-9827-B242124A96D0}" type="datetime1">
              <a:rPr lang="en-GB" smtClean="0"/>
              <a:t>19/04/2026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8" name="TextBox 7">
            <a:extLst>
              <a:ext uri="{FF2B5EF4-FFF2-40B4-BE49-F238E27FC236}">
                <a16:creationId xmlns:a16="http://schemas.microsoft.com/office/drawing/2014/main" id="{24A8D6E0-472D-9B14-F3A6-BC2F23E87040}"/>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Tree>
    <p:extLst>
      <p:ext uri="{BB962C8B-B14F-4D97-AF65-F5344CB8AC3E}">
        <p14:creationId xmlns:p14="http://schemas.microsoft.com/office/powerpoint/2010/main" val="146774957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fld id="{0D240A93-6E2C-479B-B487-61050B029E0E}" type="datetime1">
              <a:rPr lang="en-GB" smtClean="0"/>
              <a:t>19/04/2026</a:t>
            </a:fld>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673696074"/>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Smoke">
    <p:bg>
      <p:bgPr>
        <a:solidFill>
          <a:schemeClr val="bg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fld id="{54AFBB15-756E-4C9B-BAD5-65B8245F1711}" type="datetime1">
              <a:rPr lang="en-GB" smtClean="0"/>
              <a:t>19/04/2026</a:t>
            </a:fld>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94925788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Khaki">
    <p:bg>
      <p:bgPr>
        <a:solidFill>
          <a:srgbClr val="FBF7DC"/>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fld id="{5A99664A-9D95-4BFD-9EE2-ED03761B5D93}" type="datetime1">
              <a:rPr lang="en-GB" smtClean="0"/>
              <a:t>19/04/2026</a:t>
            </a:fld>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88680361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bg1"/>
                </a:solidFill>
              </a:defRPr>
            </a:lvl1pPr>
          </a:lstStyle>
          <a:p>
            <a:fld id="{C916F8D3-3840-4002-A902-CA5665F1877D}" type="datetime1">
              <a:rPr lang="en-GB" smtClean="0"/>
              <a:t>19/04/2026</a:t>
            </a:fld>
            <a:endParaRPr lang="en-GB"/>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GB"/>
              <a:t>Click to edit Master title style</a:t>
            </a:r>
            <a:endParaRPr lang="en-GB" dirty="0"/>
          </a:p>
        </p:txBody>
      </p:sp>
      <p:sp>
        <p:nvSpPr>
          <p:cNvPr id="10" name="Subtitle 2">
            <a:extLst>
              <a:ext uri="{FF2B5EF4-FFF2-40B4-BE49-F238E27FC236}">
                <a16:creationId xmlns:a16="http://schemas.microsoft.com/office/drawing/2014/main" id="{01609BCD-EF9A-DF89-AAD2-167090C57F54}"/>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367399523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37846E35-447D-4F3F-B312-D5A5B297F989}"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3963589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910253B4-E62F-43A9-95E1-1281FC369A0C}"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20639597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Text and Conten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E045C65B-45F4-494F-85C9-F650D9479B4E}"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77332222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and Four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112BB683-185E-47F3-8B62-B7D69EB8BD5B}"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46506536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and Four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1946529D-9412-41C5-A6C2-C931A11B8D57}"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293569060"/>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and Four Images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CA66683B-1327-4EC5-BC3D-F1BC9929DF1D}"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3863226118"/>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and Nine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99C00F3C-9559-4D72-9EA0-55DADACB2573}"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120070496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and Nine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B51BB1C3-5A45-497F-BCC7-EC2CAE0BF41E}"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318878468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and Nine Images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2E5B9E16-EEE1-449A-9FC3-EC3A45AD75A9}"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04135415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1A905C08-4378-4C2A-80FC-85BE4CC22ED2}"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133955305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54999A96-AD1A-4D71-9FB8-4FC24821C6DB}"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64018343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and Conten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46D04DA1-1F50-4046-AB99-973BFEA76F20}"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7450929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and Tex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C45F4D7C-325E-46DC-8928-255FD373C96D}"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785877609"/>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and Tex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66A20609-BB11-4BF4-8697-59822653EB4F}"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4240842164"/>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and Tex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93C4F2A2-6868-407F-8098-72A30A0A7D4F}" type="datetime1">
              <a:rPr lang="en-GB" smtClean="0"/>
              <a:t>19/04/2026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782778189"/>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599DDFD2-A19B-4FDD-86ED-B185BF53816E}" type="datetime1">
              <a:rPr lang="en-GB" smtClean="0"/>
              <a:t>19/04/2026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30675283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arge Image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D18818C7-E49D-46B4-A26D-8654FF918181}" type="datetime1">
              <a:rPr lang="en-GB" smtClean="0"/>
              <a:t>19/04/2026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11599155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rge Image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88DF4B4E-1431-4713-BED5-A43C1F5596C4}" type="datetime1">
              <a:rPr lang="en-GB" smtClean="0"/>
              <a:t>19/04/2026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2859685012"/>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1" y="3"/>
            <a:ext cx="12193489" cy="6857999"/>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960433404"/>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148999050"/>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End Slide Smoke">
    <p:bg>
      <p:bgPr>
        <a:solidFill>
          <a:schemeClr val="bg2"/>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658548261"/>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End Slide Khaki">
    <p:bg>
      <p:bgPr>
        <a:solidFill>
          <a:srgbClr val="FBF7DC"/>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21169666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End Slide Blue">
    <p:bg>
      <p:bgPr>
        <a:solidFill>
          <a:schemeClr val="accent1"/>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8F1E4B3C-5470-00F2-B8CB-BB4906CF439D}"/>
              </a:ext>
            </a:extLst>
          </p:cNvPr>
          <p:cNvGrpSpPr>
            <a:grpSpLocks noChangeAspect="1"/>
          </p:cNvGrpSpPr>
          <p:nvPr userDrawn="1"/>
        </p:nvGrpSpPr>
        <p:grpSpPr bwMode="auto">
          <a:xfrm>
            <a:off x="330271" y="327819"/>
            <a:ext cx="11536292" cy="1272297"/>
            <a:chOff x="0" y="3473"/>
            <a:chExt cx="15360" cy="1694"/>
          </a:xfrm>
        </p:grpSpPr>
        <p:sp>
          <p:nvSpPr>
            <p:cNvPr id="3" name="Freeform 5">
              <a:extLst>
                <a:ext uri="{FF2B5EF4-FFF2-40B4-BE49-F238E27FC236}">
                  <a16:creationId xmlns:a16="http://schemas.microsoft.com/office/drawing/2014/main" id="{7D7A316D-6FA6-8EBE-A7B4-43071E70A86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11C06CEA-028D-9197-2DEF-67878595AE6C}"/>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DEA93E8D-A827-0EF8-FC25-4EDF7B194E8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DF359F29-A6DD-FD4C-F807-701DEA41EDF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2468BF6B-AEBB-4CAA-244D-9EBE80B9A1DB}"/>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CC60AC05-547F-FA65-604E-4ED4912EA9E4}"/>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7632E58E-1400-1E6E-BB60-7A9B794F41F4}"/>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4D65D159-581D-F29B-BBD4-C1C5BACCEEFB}"/>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425010597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End Slide Image">
    <p:bg>
      <p:bgPr>
        <a:solidFill>
          <a:schemeClr val="bg1">
            <a:lumMod val="85000"/>
          </a:schemeClr>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3A87AD45-2D2F-D96C-947C-BAE35BFEBEE3}"/>
              </a:ext>
            </a:extLst>
          </p:cNvPr>
          <p:cNvGrpSpPr>
            <a:grpSpLocks noChangeAspect="1"/>
          </p:cNvGrpSpPr>
          <p:nvPr userDrawn="1"/>
        </p:nvGrpSpPr>
        <p:grpSpPr bwMode="auto">
          <a:xfrm>
            <a:off x="330271" y="327819"/>
            <a:ext cx="11536292" cy="1272297"/>
            <a:chOff x="0" y="3473"/>
            <a:chExt cx="15360" cy="1694"/>
          </a:xfrm>
        </p:grpSpPr>
        <p:sp>
          <p:nvSpPr>
            <p:cNvPr id="3" name="Freeform 5">
              <a:extLst>
                <a:ext uri="{FF2B5EF4-FFF2-40B4-BE49-F238E27FC236}">
                  <a16:creationId xmlns:a16="http://schemas.microsoft.com/office/drawing/2014/main" id="{31EDC35F-4F2D-B2A7-1ECD-0CF19D1AD285}"/>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97F4776F-4E5E-13DF-F11A-A6808FFFC980}"/>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BA993AE1-6A24-5C17-7FE2-A16589D9C4A6}"/>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DA87F8EF-CDAD-15A2-A361-88921E1CAF7E}"/>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E90186DB-2300-A8AA-8FAD-2C609649A61A}"/>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31922286-E237-1114-3A54-E1731611D66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1B4DA78C-0EF6-B05D-F2D2-EFEDA343E394}"/>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A00F92FE-6EB2-0D0E-BFC9-559AD1E7A4E7}"/>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21612589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b="1">
                <a:solidFill>
                  <a:schemeClr val="accent1"/>
                </a:solidFill>
                <a:latin typeface="+mj-lt"/>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76181910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 Slide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b="1">
                <a:solidFill>
                  <a:schemeClr val="accent1"/>
                </a:solidFill>
                <a:latin typeface="+mj-lt"/>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240818450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 Slide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b="1">
                <a:solidFill>
                  <a:schemeClr val="accent1"/>
                </a:solidFill>
                <a:latin typeface="+mj-lt"/>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59517005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losing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bg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878288"/>
            <a:ext cx="5606484" cy="652688"/>
          </a:xfrm>
        </p:spPr>
        <p:txBody>
          <a:bodyPr anchor="b"/>
          <a:lstStyle>
            <a:lvl1pPr>
              <a:defRPr b="1">
                <a:solidFill>
                  <a:schemeClr val="bg1"/>
                </a:solidFill>
                <a:latin typeface="+mj-lt"/>
                <a:ea typeface="Inter Medium" panose="02000503000000020004" pitchFamily="2" charset="0"/>
              </a:defRPr>
            </a:lvl1pPr>
            <a:lvl2pPr>
              <a:defRPr>
                <a:solidFill>
                  <a:schemeClr val="bg1"/>
                </a:solidFill>
              </a:defRPr>
            </a:lvl2pPr>
            <a:lvl3pPr>
              <a:defRPr>
                <a:solidFill>
                  <a:schemeClr val="bg1"/>
                </a:solidFill>
                <a:latin typeface="Inter Medium" panose="02000503000000020004" pitchFamily="2" charset="0"/>
                <a:ea typeface="Inter Medium" panose="02000503000000020004" pitchFamily="2" charset="0"/>
              </a:defRPr>
            </a:lvl3pPr>
            <a:lvl4pPr>
              <a:defRPr>
                <a:solidFill>
                  <a:schemeClr val="bg1"/>
                </a:solidFill>
                <a:latin typeface="Inter Medium" panose="02000503000000020004" pitchFamily="2" charset="0"/>
                <a:ea typeface="Inter Medium" panose="02000503000000020004" pitchFamily="2" charset="0"/>
              </a:defRPr>
            </a:lvl4pPr>
            <a:lvl5pPr>
              <a:defRPr>
                <a:solidFill>
                  <a:schemeClr val="bg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49CC1682-CCAA-5EE1-585E-F7C4434F1C5E}"/>
              </a:ext>
            </a:extLst>
          </p:cNvPr>
          <p:cNvGrpSpPr>
            <a:grpSpLocks noChangeAspect="1"/>
          </p:cNvGrpSpPr>
          <p:nvPr userDrawn="1"/>
        </p:nvGrpSpPr>
        <p:grpSpPr bwMode="auto">
          <a:xfrm>
            <a:off x="330271" y="327819"/>
            <a:ext cx="3972600" cy="438124"/>
            <a:chOff x="0" y="3473"/>
            <a:chExt cx="15360" cy="1694"/>
          </a:xfrm>
        </p:grpSpPr>
        <p:sp>
          <p:nvSpPr>
            <p:cNvPr id="4" name="Freeform 5">
              <a:extLst>
                <a:ext uri="{FF2B5EF4-FFF2-40B4-BE49-F238E27FC236}">
                  <a16:creationId xmlns:a16="http://schemas.microsoft.com/office/drawing/2014/main" id="{770403FB-3386-A0FE-3E9D-A2925EF0E8F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C2CDC1DE-179E-04D4-B493-BF069DE85D67}"/>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B9A68412-C85B-6332-8B98-2635795BBA0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D9ECB875-34C4-65FF-6CDA-1356F6BC767F}"/>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D3B5B848-7A8D-931B-DFC2-C5B37B8DB6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361AABDF-9542-DBC6-6388-ABE2035BE7B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57C10C3-A39D-D1F6-3C50-91EC9A5E76EF}"/>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E4DD9B4A-92B0-0B9A-755B-A13B032A85A5}"/>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300092682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C8C3038C-7537-45C4-BC31-19A4CC76608A}" type="datetime1">
              <a:rPr lang="en-GB" smtClean="0"/>
              <a:t>19/04/2026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711818251"/>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F60A9E25-142E-4760-8666-599A78D60753}" type="datetime1">
              <a:rPr lang="en-GB" smtClean="0"/>
              <a:t>19/04/2026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437015067"/>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E3F32C0C-5320-426A-9514-B5BB83F873AE}" type="datetime1">
              <a:rPr lang="en-GB" smtClean="0"/>
              <a:t>19/04/2026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5890986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5D0563C1-8B3D-4242-8BBB-2FEB2725DAC9}" type="datetime1">
              <a:rPr lang="en-GB" smtClean="0"/>
              <a:t>19/04/2026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196446497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Smoke">
    <p:bg>
      <p:bgPr>
        <a:solidFill>
          <a:schemeClr val="bg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C6D330E4-EC35-42CE-9A21-653C43AB9D97}" type="datetime1">
              <a:rPr lang="en-GB" smtClean="0"/>
              <a:t>19/04/2026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3757168227"/>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Khaki">
    <p:bg>
      <p:bgPr>
        <a:solidFill>
          <a:srgbClr val="FBF7DC"/>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912DF983-3AD9-45E2-9CD5-5871D2EB91F5}" type="datetime1">
              <a:rPr lang="en-GB" smtClean="0"/>
              <a:t>19/04/2026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418811291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325800" y="252000"/>
            <a:ext cx="11540763" cy="378044"/>
          </a:xfrm>
          <a:prstGeom prst="rect">
            <a:avLst/>
          </a:prstGeom>
        </p:spPr>
        <p:txBody>
          <a:bodyPr vert="horz" lIns="0" tIns="0" rIns="0" bIns="0" rtlCol="0" anchor="t">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326232" y="1394619"/>
            <a:ext cx="11541025" cy="486648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10641349" y="6393702"/>
            <a:ext cx="1233647" cy="137270"/>
          </a:xfrm>
          <a:prstGeom prst="rect">
            <a:avLst/>
          </a:prstGeom>
        </p:spPr>
        <p:txBody>
          <a:bodyPr vert="horz" lIns="0" tIns="0" rIns="0" bIns="0" rtlCol="0" anchor="b">
            <a:noAutofit/>
          </a:bodyPr>
          <a:lstStyle>
            <a:lvl1pPr algn="r">
              <a:defRPr sz="850">
                <a:solidFill>
                  <a:schemeClr val="accent1"/>
                </a:solidFill>
              </a:defRPr>
            </a:lvl1pPr>
          </a:lstStyle>
          <a:p>
            <a:fld id="{644011B4-2383-4A6D-84D7-C0A7DC378FD8}" type="datetime1">
              <a:rPr lang="en-GB" smtClean="0"/>
              <a:t>19/04/2026</a:t>
            </a:fld>
            <a:endParaRPr lang="en-GB"/>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1965261" y="6393702"/>
            <a:ext cx="3423452" cy="137272"/>
          </a:xfrm>
          <a:prstGeom prst="rect">
            <a:avLst/>
          </a:prstGeom>
        </p:spPr>
        <p:txBody>
          <a:bodyPr vert="horz" lIns="0" tIns="0" rIns="0" bIns="0" rtlCol="0" anchor="b">
            <a:noAutofit/>
          </a:bodyPr>
          <a:lstStyle>
            <a:lvl1pPr algn="l">
              <a:defRPr sz="850">
                <a:solidFill>
                  <a:schemeClr val="accent1"/>
                </a:solidFill>
              </a:defRPr>
            </a:lvl1pPr>
          </a:lstStyle>
          <a:p>
            <a:endParaRPr lang="en-GB" dirty="0"/>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5936755" y="6393702"/>
            <a:ext cx="318491" cy="137272"/>
          </a:xfrm>
          <a:prstGeom prst="rect">
            <a:avLst/>
          </a:prstGeom>
        </p:spPr>
        <p:txBody>
          <a:bodyPr vert="horz" lIns="0" tIns="0" rIns="0" bIns="0" rtlCol="0" anchor="b">
            <a:noAutofit/>
          </a:bodyPr>
          <a:lstStyle>
            <a:lvl1pPr algn="ctr">
              <a:defRPr sz="850" b="1">
                <a:solidFill>
                  <a:schemeClr val="accent1"/>
                </a:solidFill>
              </a:defRPr>
            </a:lvl1pPr>
          </a:lstStyle>
          <a:p>
            <a:fld id="{CBA53E11-492D-48B3-9F9B-09541CA2A39A}" type="slidenum">
              <a:rPr lang="en-GB" smtClean="0"/>
              <a:pPr/>
              <a:t>‹#›</a:t>
            </a:fld>
            <a:endParaRPr lang="en-GB"/>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accent1"/>
                </a:solidFill>
                <a:latin typeface="+mj-lt"/>
              </a:rPr>
              <a:t>Imperial College London</a:t>
            </a:r>
          </a:p>
        </p:txBody>
      </p: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6" r:id="rId1"/>
    <p:sldLayoutId id="2147483679" r:id="rId2"/>
    <p:sldLayoutId id="2147483680" r:id="rId3"/>
    <p:sldLayoutId id="2147483649" r:id="rId4"/>
    <p:sldLayoutId id="2147483657" r:id="rId5"/>
    <p:sldLayoutId id="2147483658" r:id="rId6"/>
    <p:sldLayoutId id="2147483681" r:id="rId7"/>
    <p:sldLayoutId id="2147483682" r:id="rId8"/>
    <p:sldLayoutId id="2147483675" r:id="rId9"/>
    <p:sldLayoutId id="2147483650" r:id="rId10"/>
    <p:sldLayoutId id="2147483683" r:id="rId11"/>
    <p:sldLayoutId id="2147483684" r:id="rId12"/>
    <p:sldLayoutId id="2147483652" r:id="rId13"/>
    <p:sldLayoutId id="2147483685" r:id="rId14"/>
    <p:sldLayoutId id="2147483686" r:id="rId15"/>
    <p:sldLayoutId id="2147483659" r:id="rId16"/>
    <p:sldLayoutId id="2147483687" r:id="rId17"/>
    <p:sldLayoutId id="2147483688" r:id="rId18"/>
    <p:sldLayoutId id="2147483660" r:id="rId19"/>
    <p:sldLayoutId id="2147483689" r:id="rId20"/>
    <p:sldLayoutId id="2147483690" r:id="rId21"/>
    <p:sldLayoutId id="2147483677" r:id="rId22"/>
    <p:sldLayoutId id="2147483691" r:id="rId23"/>
    <p:sldLayoutId id="2147483692" r:id="rId24"/>
    <p:sldLayoutId id="2147483676" r:id="rId25"/>
    <p:sldLayoutId id="2147483667" r:id="rId26"/>
    <p:sldLayoutId id="2147483693" r:id="rId27"/>
    <p:sldLayoutId id="2147483694" r:id="rId28"/>
    <p:sldLayoutId id="2147483666" r:id="rId29"/>
    <p:sldLayoutId id="2147483661" r:id="rId30"/>
    <p:sldLayoutId id="2147483695" r:id="rId31"/>
    <p:sldLayoutId id="2147483696" r:id="rId32"/>
    <p:sldLayoutId id="2147483669" r:id="rId33"/>
    <p:sldLayoutId id="2147483697" r:id="rId34"/>
    <p:sldLayoutId id="2147483698" r:id="rId35"/>
    <p:sldLayoutId id="2147483678" r:id="rId36"/>
    <p:sldLayoutId id="2147483699" r:id="rId37"/>
    <p:sldLayoutId id="2147483700" r:id="rId38"/>
    <p:sldLayoutId id="2147483662" r:id="rId39"/>
    <p:sldLayoutId id="2147483701" r:id="rId40"/>
    <p:sldLayoutId id="2147483702" r:id="rId41"/>
    <p:sldLayoutId id="2147483663" r:id="rId42"/>
    <p:sldLayoutId id="2147483703" r:id="rId43"/>
    <p:sldLayoutId id="2147483704" r:id="rId44"/>
    <p:sldLayoutId id="2147483664" r:id="rId45"/>
    <p:sldLayoutId id="2147483705" r:id="rId46"/>
    <p:sldLayoutId id="2147483706" r:id="rId47"/>
    <p:sldLayoutId id="2147483665" r:id="rId48"/>
    <p:sldLayoutId id="2147483671" r:id="rId49"/>
    <p:sldLayoutId id="2147483707" r:id="rId50"/>
    <p:sldLayoutId id="2147483708" r:id="rId51"/>
    <p:sldLayoutId id="2147483670" r:id="rId52"/>
    <p:sldLayoutId id="2147483672" r:id="rId53"/>
    <p:sldLayoutId id="2147483674" r:id="rId54"/>
    <p:sldLayoutId id="2147483709" r:id="rId55"/>
    <p:sldLayoutId id="2147483710" r:id="rId56"/>
    <p:sldLayoutId id="2147483673" r:id="rId57"/>
    <p:sldLayoutId id="2147483654" r:id="rId58"/>
    <p:sldLayoutId id="2147483711" r:id="rId59"/>
    <p:sldLayoutId id="2147483712" r:id="rId60"/>
    <p:sldLayoutId id="2147483655" r:id="rId61"/>
    <p:sldLayoutId id="2147483713" r:id="rId62"/>
    <p:sldLayoutId id="2147483714" r:id="rId63"/>
  </p:sldLayoutIdLst>
  <p:transition>
    <p:fade/>
  </p:transition>
  <p:hf hdr="0"/>
  <p:txStyles>
    <p:titleStyle>
      <a:lvl1pPr algn="l" defTabSz="685765" rtl="0" eaLnBrk="1" latinLnBrk="0" hangingPunct="1">
        <a:lnSpc>
          <a:spcPct val="90000"/>
        </a:lnSpc>
        <a:spcBef>
          <a:spcPct val="0"/>
        </a:spcBef>
        <a:buNone/>
        <a:defRPr sz="2600" b="1" kern="1200">
          <a:solidFill>
            <a:schemeClr val="accent1"/>
          </a:solidFill>
          <a:latin typeface="+mj-lt"/>
          <a:ea typeface="+mj-ea"/>
          <a:cs typeface="+mj-cs"/>
        </a:defRPr>
      </a:lvl1pPr>
    </p:titleStyle>
    <p:body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685765" rtl="0" eaLnBrk="1" latinLnBrk="0" hangingPunct="1">
        <a:defRPr sz="1600" kern="1200">
          <a:solidFill>
            <a:schemeClr val="tx1"/>
          </a:solidFill>
          <a:latin typeface="+mn-lt"/>
          <a:ea typeface="+mn-ea"/>
          <a:cs typeface="+mn-cs"/>
        </a:defRPr>
      </a:lvl1pPr>
      <a:lvl2pPr marL="342882" algn="l" defTabSz="685765" rtl="0" eaLnBrk="1" latinLnBrk="0" hangingPunct="1">
        <a:defRPr sz="1600" kern="1200">
          <a:solidFill>
            <a:schemeClr val="tx1"/>
          </a:solidFill>
          <a:latin typeface="+mn-lt"/>
          <a:ea typeface="+mn-ea"/>
          <a:cs typeface="+mn-cs"/>
        </a:defRPr>
      </a:lvl2pPr>
      <a:lvl3pPr marL="685765" algn="l" defTabSz="685765" rtl="0" eaLnBrk="1" latinLnBrk="0" hangingPunct="1">
        <a:defRPr sz="1600" kern="1200">
          <a:solidFill>
            <a:schemeClr val="tx1"/>
          </a:solidFill>
          <a:latin typeface="+mn-lt"/>
          <a:ea typeface="+mn-ea"/>
          <a:cs typeface="+mn-cs"/>
        </a:defRPr>
      </a:lvl3pPr>
      <a:lvl4pPr marL="1028647" algn="l" defTabSz="685765" rtl="0" eaLnBrk="1" latinLnBrk="0" hangingPunct="1">
        <a:defRPr sz="1600" kern="1200">
          <a:solidFill>
            <a:schemeClr val="tx1"/>
          </a:solidFill>
          <a:latin typeface="+mn-lt"/>
          <a:ea typeface="+mn-ea"/>
          <a:cs typeface="+mn-cs"/>
        </a:defRPr>
      </a:lvl4pPr>
      <a:lvl5pPr marL="1371530" algn="l" defTabSz="685765" rtl="0" eaLnBrk="1" latinLnBrk="0" hangingPunct="1">
        <a:defRPr sz="1600" kern="1200">
          <a:solidFill>
            <a:schemeClr val="tx1"/>
          </a:solidFill>
          <a:latin typeface="+mn-lt"/>
          <a:ea typeface="+mn-ea"/>
          <a:cs typeface="+mn-cs"/>
        </a:defRPr>
      </a:lvl5pPr>
      <a:lvl6pPr marL="1714412" algn="l" defTabSz="685765" rtl="0" eaLnBrk="1" latinLnBrk="0" hangingPunct="1">
        <a:defRPr sz="1600" kern="1200">
          <a:solidFill>
            <a:schemeClr val="tx1"/>
          </a:solidFill>
          <a:latin typeface="+mn-lt"/>
          <a:ea typeface="+mn-ea"/>
          <a:cs typeface="+mn-cs"/>
        </a:defRPr>
      </a:lvl6pPr>
      <a:lvl7pPr marL="2057295" algn="l" defTabSz="685765" rtl="0" eaLnBrk="1" latinLnBrk="0" hangingPunct="1">
        <a:defRPr sz="1600" kern="1200">
          <a:solidFill>
            <a:schemeClr val="tx1"/>
          </a:solidFill>
          <a:latin typeface="+mn-lt"/>
          <a:ea typeface="+mn-ea"/>
          <a:cs typeface="+mn-cs"/>
        </a:defRPr>
      </a:lvl7pPr>
      <a:lvl8pPr marL="2400177" algn="l" defTabSz="685765" rtl="0" eaLnBrk="1" latinLnBrk="0" hangingPunct="1">
        <a:defRPr sz="1600" kern="1200">
          <a:solidFill>
            <a:schemeClr val="tx1"/>
          </a:solidFill>
          <a:latin typeface="+mn-lt"/>
          <a:ea typeface="+mn-ea"/>
          <a:cs typeface="+mn-cs"/>
        </a:defRPr>
      </a:lvl8pPr>
      <a:lvl9pPr marL="2743060" algn="l" defTabSz="685765"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206" userDrawn="1">
          <p15:clr>
            <a:srgbClr val="F26B43"/>
          </p15:clr>
        </p15:guide>
        <p15:guide id="4" pos="7475" userDrawn="1">
          <p15:clr>
            <a:srgbClr val="F26B43"/>
          </p15:clr>
        </p15:guide>
        <p15:guide id="5" orient="horz" pos="207" userDrawn="1">
          <p15:clr>
            <a:srgbClr val="F26B43"/>
          </p15:clr>
        </p15:guide>
        <p15:guide id="6" orient="horz" pos="4114" userDrawn="1">
          <p15:clr>
            <a:srgbClr val="F26B43"/>
          </p15:clr>
        </p15:guide>
        <p15:guide id="7" orient="horz" pos="3944" userDrawn="1">
          <p15:clr>
            <a:srgbClr val="F26B43"/>
          </p15:clr>
        </p15:guide>
        <p15:guide id="8" orient="horz" pos="879" userDrawn="1">
          <p15:clr>
            <a:srgbClr val="F26B43"/>
          </p15:clr>
        </p15:guide>
        <p15:guide id="9" pos="3723" userDrawn="1">
          <p15:clr>
            <a:srgbClr val="F26B43"/>
          </p15:clr>
        </p15:guide>
        <p15:guide id="10" pos="395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7CC57-32B4-5651-C726-27956387C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80337-D626-AC7B-5E8D-3144BB486543}"/>
              </a:ext>
            </a:extLst>
          </p:cNvPr>
          <p:cNvSpPr>
            <a:spLocks noGrp="1"/>
          </p:cNvSpPr>
          <p:nvPr>
            <p:ph type="ctrTitle"/>
          </p:nvPr>
        </p:nvSpPr>
        <p:spPr/>
        <p:txBody>
          <a:bodyPr/>
          <a:lstStyle/>
          <a:p>
            <a:r>
              <a:rPr lang="en-GB" dirty="0"/>
              <a:t>Presentation Title</a:t>
            </a:r>
          </a:p>
        </p:txBody>
      </p:sp>
      <p:sp>
        <p:nvSpPr>
          <p:cNvPr id="3" name="Subtitle 2">
            <a:extLst>
              <a:ext uri="{FF2B5EF4-FFF2-40B4-BE49-F238E27FC236}">
                <a16:creationId xmlns:a16="http://schemas.microsoft.com/office/drawing/2014/main" id="{8B7FCD95-DD6E-BAAA-DD32-3D1E187DA719}"/>
              </a:ext>
            </a:extLst>
          </p:cNvPr>
          <p:cNvSpPr>
            <a:spLocks noGrp="1"/>
          </p:cNvSpPr>
          <p:nvPr>
            <p:ph type="subTitle" idx="1"/>
          </p:nvPr>
        </p:nvSpPr>
        <p:spPr/>
        <p:txBody>
          <a:bodyPr/>
          <a:lstStyle/>
          <a:p>
            <a:r>
              <a:rPr lang="en-GB" dirty="0"/>
              <a:t>Presentation Subtitle</a:t>
            </a:r>
          </a:p>
        </p:txBody>
      </p:sp>
      <p:sp>
        <p:nvSpPr>
          <p:cNvPr id="6" name="Text Placeholder 5">
            <a:extLst>
              <a:ext uri="{FF2B5EF4-FFF2-40B4-BE49-F238E27FC236}">
                <a16:creationId xmlns:a16="http://schemas.microsoft.com/office/drawing/2014/main" id="{17ADEF3F-453F-A867-067C-B77BAD46761F}"/>
              </a:ext>
            </a:extLst>
          </p:cNvPr>
          <p:cNvSpPr>
            <a:spLocks noGrp="1"/>
          </p:cNvSpPr>
          <p:nvPr>
            <p:ph type="body" sz="quarter" idx="10"/>
          </p:nvPr>
        </p:nvSpPr>
        <p:spPr/>
        <p:txBody>
          <a:bodyPr/>
          <a:lstStyle/>
          <a:p>
            <a:r>
              <a:rPr lang="en-US" dirty="0"/>
              <a:t>Author Name</a:t>
            </a:r>
          </a:p>
          <a:p>
            <a:r>
              <a:rPr lang="en-US" dirty="0"/>
              <a:t>DD/MM/YYYY</a:t>
            </a:r>
          </a:p>
        </p:txBody>
      </p:sp>
    </p:spTree>
    <p:extLst>
      <p:ext uri="{BB962C8B-B14F-4D97-AF65-F5344CB8AC3E}">
        <p14:creationId xmlns:p14="http://schemas.microsoft.com/office/powerpoint/2010/main" val="303511597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84CF6E-A742-FE7F-DEA0-859BC4D22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473C2-27D1-BBA0-E1FB-155C6A3A35C9}"/>
              </a:ext>
            </a:extLst>
          </p:cNvPr>
          <p:cNvSpPr>
            <a:spLocks noGrp="1"/>
          </p:cNvSpPr>
          <p:nvPr>
            <p:ph type="title"/>
          </p:nvPr>
        </p:nvSpPr>
        <p:spPr>
          <a:xfrm>
            <a:off x="325438" y="251619"/>
            <a:ext cx="11541125" cy="378619"/>
          </a:xfrm>
        </p:spPr>
        <p:txBody>
          <a:bodyPr/>
          <a:lstStyle/>
          <a:p>
            <a:r>
              <a:rPr lang="en-GB" dirty="0"/>
              <a:t>Notes to the template</a:t>
            </a:r>
            <a:endParaRPr lang="en-US" dirty="0"/>
          </a:p>
        </p:txBody>
      </p:sp>
      <p:sp>
        <p:nvSpPr>
          <p:cNvPr id="3" name="Content Placeholder 2">
            <a:extLst>
              <a:ext uri="{FF2B5EF4-FFF2-40B4-BE49-F238E27FC236}">
                <a16:creationId xmlns:a16="http://schemas.microsoft.com/office/drawing/2014/main" id="{C589B409-CC9F-F408-4BAF-EB30F716D351}"/>
              </a:ext>
            </a:extLst>
          </p:cNvPr>
          <p:cNvSpPr>
            <a:spLocks noGrp="1"/>
          </p:cNvSpPr>
          <p:nvPr>
            <p:ph idx="1"/>
          </p:nvPr>
        </p:nvSpPr>
        <p:spPr>
          <a:xfrm>
            <a:off x="325438" y="1394619"/>
            <a:ext cx="11541125" cy="4866481"/>
          </a:xfrm>
        </p:spPr>
        <p:txBody>
          <a:bodyPr/>
          <a:lstStyle/>
          <a:p>
            <a:r>
              <a:rPr lang="en-GB" sz="1800" dirty="0"/>
              <a:t>The template includes a range of predefined layouts that you can insert. These have been designed to cater for text, text and images and for picture arrangements. There are also layouts for Title and Divider slides.</a:t>
            </a:r>
          </a:p>
          <a:p>
            <a:endParaRPr lang="en-GB" sz="1800" dirty="0"/>
          </a:p>
          <a:p>
            <a:r>
              <a:rPr lang="en-GB" sz="1800" dirty="0"/>
              <a:t>Each custom layout includes the correct colour palette, type levels and formatting.</a:t>
            </a:r>
          </a:p>
          <a:p>
            <a:endParaRPr lang="en-GB" sz="1800" dirty="0"/>
          </a:p>
          <a:p>
            <a:r>
              <a:rPr lang="en-GB" sz="1800" dirty="0"/>
              <a:t>You can choose one of the layouts using the ‘New Slide’ button on the Home tab. You can also change the layout for a current slide using the ‘Layout’ list on the Home tab.</a:t>
            </a:r>
          </a:p>
        </p:txBody>
      </p:sp>
      <p:sp>
        <p:nvSpPr>
          <p:cNvPr id="5" name="Date Placeholder 4">
            <a:extLst>
              <a:ext uri="{FF2B5EF4-FFF2-40B4-BE49-F238E27FC236}">
                <a16:creationId xmlns:a16="http://schemas.microsoft.com/office/drawing/2014/main" id="{BB8FF0ED-FEC2-7E0F-5D4E-10B3795BD7F3}"/>
              </a:ext>
            </a:extLst>
          </p:cNvPr>
          <p:cNvSpPr>
            <a:spLocks noGrp="1"/>
          </p:cNvSpPr>
          <p:nvPr>
            <p:ph type="dt" sz="half" idx="10"/>
          </p:nvPr>
        </p:nvSpPr>
        <p:spPr>
          <a:xfrm>
            <a:off x="10641013" y="6393657"/>
            <a:ext cx="1234282" cy="137319"/>
          </a:xfrm>
        </p:spPr>
        <p:txBody>
          <a:bodyPr/>
          <a:lstStyle/>
          <a:p>
            <a:fld id="{F735A267-51F8-4C83-A436-AD44CC5F5103}" type="datetime1">
              <a:rPr lang="en-GB" smtClean="0"/>
              <a:t>19/04/2026</a:t>
            </a:fld>
            <a:endParaRPr lang="en-GB"/>
          </a:p>
        </p:txBody>
      </p:sp>
      <p:sp>
        <p:nvSpPr>
          <p:cNvPr id="6" name="Footer Placeholder 5">
            <a:extLst>
              <a:ext uri="{FF2B5EF4-FFF2-40B4-BE49-F238E27FC236}">
                <a16:creationId xmlns:a16="http://schemas.microsoft.com/office/drawing/2014/main" id="{96B744BA-48DF-357E-C4C5-3AF2F07FE2EE}"/>
              </a:ext>
            </a:extLst>
          </p:cNvPr>
          <p:cNvSpPr>
            <a:spLocks noGrp="1"/>
          </p:cNvSpPr>
          <p:nvPr>
            <p:ph type="ftr" sz="quarter" idx="11"/>
          </p:nvPr>
        </p:nvSpPr>
        <p:spPr>
          <a:xfrm>
            <a:off x="1965325" y="6393657"/>
            <a:ext cx="3423444" cy="137319"/>
          </a:xfrm>
        </p:spPr>
        <p:txBody>
          <a:bodyPr/>
          <a:lstStyle/>
          <a:p>
            <a:endParaRPr lang="en-GB"/>
          </a:p>
        </p:txBody>
      </p:sp>
      <p:sp>
        <p:nvSpPr>
          <p:cNvPr id="7" name="Slide Number Placeholder 6">
            <a:extLst>
              <a:ext uri="{FF2B5EF4-FFF2-40B4-BE49-F238E27FC236}">
                <a16:creationId xmlns:a16="http://schemas.microsoft.com/office/drawing/2014/main" id="{D2C2E96C-3376-89A2-744E-0BB03D2FB6FE}"/>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2</a:t>
            </a:fld>
            <a:endParaRPr lang="en-GB"/>
          </a:p>
        </p:txBody>
      </p:sp>
      <p:sp>
        <p:nvSpPr>
          <p:cNvPr id="4" name="Subtitle 3">
            <a:extLst>
              <a:ext uri="{FF2B5EF4-FFF2-40B4-BE49-F238E27FC236}">
                <a16:creationId xmlns:a16="http://schemas.microsoft.com/office/drawing/2014/main" id="{4872E6BB-3E44-C1DA-3B31-236BA909E912}"/>
              </a:ext>
            </a:extLst>
          </p:cNvPr>
          <p:cNvSpPr>
            <a:spLocks noGrp="1"/>
          </p:cNvSpPr>
          <p:nvPr>
            <p:ph type="subTitle" idx="13"/>
          </p:nvPr>
        </p:nvSpPr>
        <p:spPr>
          <a:xfrm>
            <a:off x="325438" y="619919"/>
            <a:ext cx="11541125" cy="371475"/>
          </a:xfrm>
        </p:spPr>
        <p:txBody>
          <a:bodyPr/>
          <a:lstStyle/>
          <a:p>
            <a:r>
              <a:rPr lang="en-GB" dirty="0"/>
              <a:t>Custom layouts and example slides</a:t>
            </a:r>
            <a:endParaRPr lang="en-US" dirty="0"/>
          </a:p>
        </p:txBody>
      </p:sp>
      <p:pic>
        <p:nvPicPr>
          <p:cNvPr id="12" name="Picture 11">
            <a:extLst>
              <a:ext uri="{FF2B5EF4-FFF2-40B4-BE49-F238E27FC236}">
                <a16:creationId xmlns:a16="http://schemas.microsoft.com/office/drawing/2014/main" id="{639A8AA8-A40F-71E8-DF2D-CB7083B79E29}"/>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327025" y="3826061"/>
            <a:ext cx="6627957" cy="2435039"/>
          </a:xfrm>
          <a:prstGeom prst="rect">
            <a:avLst/>
          </a:prstGeom>
          <a:ln w="3175">
            <a:solidFill>
              <a:schemeClr val="tx1"/>
            </a:solidFill>
          </a:ln>
        </p:spPr>
      </p:pic>
    </p:spTree>
    <p:extLst>
      <p:ext uri="{BB962C8B-B14F-4D97-AF65-F5344CB8AC3E}">
        <p14:creationId xmlns:p14="http://schemas.microsoft.com/office/powerpoint/2010/main" val="161039101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870434-9477-94A8-5265-ABD808272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4B915-FC18-90C1-DAAC-4E0B59B1596C}"/>
              </a:ext>
            </a:extLst>
          </p:cNvPr>
          <p:cNvSpPr>
            <a:spLocks noGrp="1"/>
          </p:cNvSpPr>
          <p:nvPr>
            <p:ph type="title"/>
          </p:nvPr>
        </p:nvSpPr>
        <p:spPr/>
        <p:txBody>
          <a:bodyPr/>
          <a:lstStyle/>
          <a:p>
            <a:r>
              <a:rPr lang="en-GB" dirty="0"/>
              <a:t>Notes to the template</a:t>
            </a:r>
            <a:endParaRPr lang="en-US" dirty="0"/>
          </a:p>
        </p:txBody>
      </p:sp>
      <p:sp>
        <p:nvSpPr>
          <p:cNvPr id="3" name="Content Placeholder 2">
            <a:extLst>
              <a:ext uri="{FF2B5EF4-FFF2-40B4-BE49-F238E27FC236}">
                <a16:creationId xmlns:a16="http://schemas.microsoft.com/office/drawing/2014/main" id="{363EAC08-C9BC-2102-F852-3CAA0D86747A}"/>
              </a:ext>
            </a:extLst>
          </p:cNvPr>
          <p:cNvSpPr>
            <a:spLocks noGrp="1"/>
          </p:cNvSpPr>
          <p:nvPr>
            <p:ph idx="1"/>
          </p:nvPr>
        </p:nvSpPr>
        <p:spPr/>
        <p:txBody>
          <a:bodyPr/>
          <a:lstStyle/>
          <a:p>
            <a:r>
              <a:rPr lang="en-GB" sz="1800" dirty="0"/>
              <a:t>The standard text area has five predefined type levels.</a:t>
            </a:r>
          </a:p>
          <a:p>
            <a:endParaRPr lang="en-GB" sz="1800" dirty="0"/>
          </a:p>
          <a:p>
            <a:r>
              <a:rPr lang="en-GB" sz="1800" dirty="0"/>
              <a:t>You can move up or down the levels using the increase or decrease indent buttons in the home tab.</a:t>
            </a:r>
          </a:p>
          <a:p>
            <a:endParaRPr lang="en-GB" sz="1800" dirty="0"/>
          </a:p>
          <a:p>
            <a:r>
              <a:rPr lang="en-GB" sz="1800" dirty="0"/>
              <a:t>We recommend that you do not use the bullet button, as this does not apply the correct bullet formatting.</a:t>
            </a:r>
          </a:p>
          <a:p>
            <a:endParaRPr lang="en-GB" sz="1800" dirty="0"/>
          </a:p>
          <a:p>
            <a:r>
              <a:rPr lang="en-GB" sz="1800" dirty="0"/>
              <a:t>Level one is for general text</a:t>
            </a:r>
          </a:p>
          <a:p>
            <a:pPr lvl="1"/>
            <a:r>
              <a:rPr lang="en-GB" sz="1800" dirty="0"/>
              <a:t>Level two is for subheadings within body copy</a:t>
            </a:r>
          </a:p>
          <a:p>
            <a:pPr lvl="2"/>
            <a:r>
              <a:rPr lang="en-GB" sz="1800" dirty="0"/>
              <a:t>Level three is the first level of bullets</a:t>
            </a:r>
          </a:p>
          <a:p>
            <a:pPr lvl="3"/>
            <a:r>
              <a:rPr lang="en-GB" sz="1800" dirty="0"/>
              <a:t>Level four is the second level of bullets</a:t>
            </a:r>
          </a:p>
          <a:p>
            <a:pPr lvl="4"/>
            <a:r>
              <a:rPr lang="en-GB" sz="1800" dirty="0"/>
              <a:t>Level five is the third level of bullets</a:t>
            </a:r>
          </a:p>
          <a:p>
            <a:endParaRPr lang="en-GB" sz="1800" dirty="0"/>
          </a:p>
          <a:p>
            <a:r>
              <a:rPr lang="en-GB" sz="1800" dirty="0"/>
              <a:t>While text boxes are formatted to be the correct font, size, and colour, they will not contain the levels as a placeholder does. Therefore, it is recommended that you copy an existing text placeholder on the slide if you would like to insert a text box, to preserve the use of these levels.</a:t>
            </a:r>
          </a:p>
          <a:p>
            <a:endParaRPr lang="en-GB" sz="1800" dirty="0"/>
          </a:p>
          <a:p>
            <a:endParaRPr lang="en-GB" sz="1800" dirty="0"/>
          </a:p>
        </p:txBody>
      </p:sp>
      <p:sp>
        <p:nvSpPr>
          <p:cNvPr id="5" name="Date Placeholder 4">
            <a:extLst>
              <a:ext uri="{FF2B5EF4-FFF2-40B4-BE49-F238E27FC236}">
                <a16:creationId xmlns:a16="http://schemas.microsoft.com/office/drawing/2014/main" id="{A6E2B87C-81AD-501B-E566-3962A4EE5013}"/>
              </a:ext>
            </a:extLst>
          </p:cNvPr>
          <p:cNvSpPr>
            <a:spLocks noGrp="1"/>
          </p:cNvSpPr>
          <p:nvPr>
            <p:ph type="dt" sz="half" idx="10"/>
          </p:nvPr>
        </p:nvSpPr>
        <p:spPr/>
        <p:txBody>
          <a:bodyPr/>
          <a:lstStyle/>
          <a:p>
            <a:fld id="{3827611E-091F-4C31-BDE6-5F5EA8484615}" type="datetime1">
              <a:rPr lang="en-GB" smtClean="0"/>
              <a:t>19/04/2026</a:t>
            </a:fld>
            <a:endParaRPr lang="en-GB"/>
          </a:p>
        </p:txBody>
      </p:sp>
      <p:sp>
        <p:nvSpPr>
          <p:cNvPr id="6" name="Footer Placeholder 5">
            <a:extLst>
              <a:ext uri="{FF2B5EF4-FFF2-40B4-BE49-F238E27FC236}">
                <a16:creationId xmlns:a16="http://schemas.microsoft.com/office/drawing/2014/main" id="{BB728207-E382-BB77-8DAA-EC526407A73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31B52A-F6DB-BE32-66C9-A0A07CB44EB9}"/>
              </a:ext>
            </a:extLst>
          </p:cNvPr>
          <p:cNvSpPr>
            <a:spLocks noGrp="1"/>
          </p:cNvSpPr>
          <p:nvPr>
            <p:ph type="sldNum" sz="quarter" idx="12"/>
          </p:nvPr>
        </p:nvSpPr>
        <p:spPr/>
        <p:txBody>
          <a:bodyPr/>
          <a:lstStyle/>
          <a:p>
            <a:fld id="{CBA53E11-492D-48B3-9F9B-09541CA2A39A}" type="slidenum">
              <a:rPr lang="en-GB" smtClean="0"/>
              <a:pPr/>
              <a:t>3</a:t>
            </a:fld>
            <a:endParaRPr lang="en-GB"/>
          </a:p>
        </p:txBody>
      </p:sp>
      <p:sp>
        <p:nvSpPr>
          <p:cNvPr id="4" name="Subtitle 3">
            <a:extLst>
              <a:ext uri="{FF2B5EF4-FFF2-40B4-BE49-F238E27FC236}">
                <a16:creationId xmlns:a16="http://schemas.microsoft.com/office/drawing/2014/main" id="{6CC54F37-AC76-45B7-AE13-7472975AFC8A}"/>
              </a:ext>
            </a:extLst>
          </p:cNvPr>
          <p:cNvSpPr>
            <a:spLocks noGrp="1"/>
          </p:cNvSpPr>
          <p:nvPr>
            <p:ph type="subTitle" idx="13"/>
          </p:nvPr>
        </p:nvSpPr>
        <p:spPr/>
        <p:txBody>
          <a:bodyPr/>
          <a:lstStyle/>
          <a:p>
            <a:r>
              <a:rPr lang="en-GB" dirty="0"/>
              <a:t>Type levels and bullets</a:t>
            </a:r>
            <a:endParaRPr lang="en-US" dirty="0"/>
          </a:p>
        </p:txBody>
      </p:sp>
      <p:grpSp>
        <p:nvGrpSpPr>
          <p:cNvPr id="8" name="Group 7">
            <a:extLst>
              <a:ext uri="{FF2B5EF4-FFF2-40B4-BE49-F238E27FC236}">
                <a16:creationId xmlns:a16="http://schemas.microsoft.com/office/drawing/2014/main" id="{E4E4C8D3-4A97-D3F8-F14E-7B36894DFEEB}"/>
              </a:ext>
            </a:extLst>
          </p:cNvPr>
          <p:cNvGrpSpPr/>
          <p:nvPr/>
        </p:nvGrpSpPr>
        <p:grpSpPr>
          <a:xfrm>
            <a:off x="7731069" y="3160634"/>
            <a:ext cx="4143927" cy="1064197"/>
            <a:chOff x="5267729" y="3145133"/>
            <a:chExt cx="5164053" cy="1326174"/>
          </a:xfrm>
        </p:grpSpPr>
        <p:pic>
          <p:nvPicPr>
            <p:cNvPr id="9" name="Picture 8">
              <a:extLst>
                <a:ext uri="{FF2B5EF4-FFF2-40B4-BE49-F238E27FC236}">
                  <a16:creationId xmlns:a16="http://schemas.microsoft.com/office/drawing/2014/main" id="{FD2EB907-3369-0E2B-44C2-42A2CFF1437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222207" y="3429000"/>
              <a:ext cx="4209575" cy="1042307"/>
            </a:xfrm>
            <a:prstGeom prst="rect">
              <a:avLst/>
            </a:prstGeom>
            <a:ln w="3175">
              <a:solidFill>
                <a:schemeClr val="bg1">
                  <a:lumMod val="50000"/>
                </a:schemeClr>
              </a:solidFill>
              <a:miter lim="800000"/>
            </a:ln>
          </p:spPr>
        </p:pic>
        <p:sp>
          <p:nvSpPr>
            <p:cNvPr id="10" name="Rectangle 9">
              <a:extLst>
                <a:ext uri="{FF2B5EF4-FFF2-40B4-BE49-F238E27FC236}">
                  <a16:creationId xmlns:a16="http://schemas.microsoft.com/office/drawing/2014/main" id="{679D37AF-794E-F1EC-E389-9BDDEA7E5850}"/>
                </a:ext>
              </a:extLst>
            </p:cNvPr>
            <p:cNvSpPr/>
            <p:nvPr/>
          </p:nvSpPr>
          <p:spPr>
            <a:xfrm>
              <a:off x="6973556" y="3557117"/>
              <a:ext cx="311500" cy="291402"/>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GB" sz="1050" dirty="0" err="1">
                <a:solidFill>
                  <a:schemeClr val="bg1"/>
                </a:solidFill>
              </a:endParaRPr>
            </a:p>
          </p:txBody>
        </p:sp>
        <p:sp>
          <p:nvSpPr>
            <p:cNvPr id="11" name="Rectangle 10">
              <a:extLst>
                <a:ext uri="{FF2B5EF4-FFF2-40B4-BE49-F238E27FC236}">
                  <a16:creationId xmlns:a16="http://schemas.microsoft.com/office/drawing/2014/main" id="{B9343EB0-B3E0-88B5-A342-CC3528E86577}"/>
                </a:ext>
              </a:extLst>
            </p:cNvPr>
            <p:cNvSpPr/>
            <p:nvPr/>
          </p:nvSpPr>
          <p:spPr>
            <a:xfrm>
              <a:off x="7285056" y="3557117"/>
              <a:ext cx="311500" cy="291402"/>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GB" sz="1050" dirty="0" err="1">
                <a:solidFill>
                  <a:schemeClr val="bg1"/>
                </a:solidFill>
              </a:endParaRPr>
            </a:p>
          </p:txBody>
        </p:sp>
        <p:cxnSp>
          <p:nvCxnSpPr>
            <p:cNvPr id="12" name="Straight Connector 11">
              <a:extLst>
                <a:ext uri="{FF2B5EF4-FFF2-40B4-BE49-F238E27FC236}">
                  <a16:creationId xmlns:a16="http://schemas.microsoft.com/office/drawing/2014/main" id="{8A69E852-28DB-21E8-2362-E22F24C76816}"/>
                </a:ext>
              </a:extLst>
            </p:cNvPr>
            <p:cNvCxnSpPr/>
            <p:nvPr/>
          </p:nvCxnSpPr>
          <p:spPr>
            <a:xfrm flipV="1">
              <a:off x="7129306" y="3145134"/>
              <a:ext cx="0" cy="411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41DBB60-8A8E-371E-BB18-C3E3F70A60B9}"/>
                </a:ext>
              </a:extLst>
            </p:cNvPr>
            <p:cNvCxnSpPr/>
            <p:nvPr/>
          </p:nvCxnSpPr>
          <p:spPr>
            <a:xfrm flipV="1">
              <a:off x="7440806" y="3145133"/>
              <a:ext cx="0" cy="411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A6D3E46-0D07-22B2-0062-AAA03E6F3E78}"/>
                </a:ext>
              </a:extLst>
            </p:cNvPr>
            <p:cNvSpPr txBox="1"/>
            <p:nvPr/>
          </p:nvSpPr>
          <p:spPr>
            <a:xfrm>
              <a:off x="7506118" y="3145133"/>
              <a:ext cx="2384011" cy="205991"/>
            </a:xfrm>
            <a:prstGeom prst="rect">
              <a:avLst/>
            </a:prstGeom>
            <a:noFill/>
          </p:spPr>
          <p:txBody>
            <a:bodyPr wrap="square" lIns="0" tIns="0" rIns="0" bIns="0" rtlCol="0">
              <a:noAutofit/>
            </a:bodyPr>
            <a:lstStyle/>
            <a:p>
              <a:pPr algn="l"/>
              <a:r>
                <a:rPr lang="en-GB" sz="800" dirty="0">
                  <a:solidFill>
                    <a:srgbClr val="FF0000"/>
                  </a:solidFill>
                </a:rPr>
                <a:t>Increase list level</a:t>
              </a:r>
            </a:p>
          </p:txBody>
        </p:sp>
        <p:sp>
          <p:nvSpPr>
            <p:cNvPr id="15" name="TextBox 14">
              <a:extLst>
                <a:ext uri="{FF2B5EF4-FFF2-40B4-BE49-F238E27FC236}">
                  <a16:creationId xmlns:a16="http://schemas.microsoft.com/office/drawing/2014/main" id="{3F22BA32-A027-1E57-2792-B9F7EAD1A124}"/>
                </a:ext>
              </a:extLst>
            </p:cNvPr>
            <p:cNvSpPr txBox="1"/>
            <p:nvPr/>
          </p:nvSpPr>
          <p:spPr>
            <a:xfrm>
              <a:off x="5267729" y="3145133"/>
              <a:ext cx="1796266" cy="205991"/>
            </a:xfrm>
            <a:prstGeom prst="rect">
              <a:avLst/>
            </a:prstGeom>
            <a:noFill/>
          </p:spPr>
          <p:txBody>
            <a:bodyPr wrap="square" lIns="0" tIns="0" rIns="0" bIns="0" rtlCol="0">
              <a:noAutofit/>
            </a:bodyPr>
            <a:lstStyle/>
            <a:p>
              <a:pPr algn="r"/>
              <a:r>
                <a:rPr lang="en-GB" sz="800" dirty="0">
                  <a:solidFill>
                    <a:srgbClr val="FF0000"/>
                  </a:solidFill>
                </a:rPr>
                <a:t>Decrease list level</a:t>
              </a:r>
            </a:p>
          </p:txBody>
        </p:sp>
      </p:grpSp>
    </p:spTree>
    <p:extLst>
      <p:ext uri="{BB962C8B-B14F-4D97-AF65-F5344CB8AC3E}">
        <p14:creationId xmlns:p14="http://schemas.microsoft.com/office/powerpoint/2010/main" val="99287962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99F3315-51B7-CFAA-CB42-ED1C35BDD768}"/>
              </a:ext>
            </a:extLst>
          </p:cNvPr>
          <p:cNvSpPr>
            <a:spLocks noGrp="1"/>
          </p:cNvSpPr>
          <p:nvPr>
            <p:ph type="dt" sz="half" idx="10"/>
          </p:nvPr>
        </p:nvSpPr>
        <p:spPr>
          <a:xfrm>
            <a:off x="10641349" y="6393702"/>
            <a:ext cx="1233647" cy="137270"/>
          </a:xfrm>
        </p:spPr>
        <p:txBody>
          <a:bodyPr/>
          <a:lstStyle/>
          <a:p>
            <a:fld id="{D9951811-B1C5-4817-A040-715EA813AD86}" type="datetime1">
              <a:rPr lang="en-GB" smtClean="0"/>
              <a:t>19/04/2026</a:t>
            </a:fld>
            <a:endParaRPr lang="en-GB"/>
          </a:p>
        </p:txBody>
      </p:sp>
      <p:sp>
        <p:nvSpPr>
          <p:cNvPr id="4" name="Footer Placeholder 3">
            <a:extLst>
              <a:ext uri="{FF2B5EF4-FFF2-40B4-BE49-F238E27FC236}">
                <a16:creationId xmlns:a16="http://schemas.microsoft.com/office/drawing/2014/main" id="{4AD263E8-CB79-3567-8269-02D286DF7C57}"/>
              </a:ext>
            </a:extLst>
          </p:cNvPr>
          <p:cNvSpPr>
            <a:spLocks noGrp="1"/>
          </p:cNvSpPr>
          <p:nvPr>
            <p:ph type="ftr" sz="quarter" idx="11"/>
          </p:nvPr>
        </p:nvSpPr>
        <p:spPr>
          <a:xfrm>
            <a:off x="1965261" y="6393702"/>
            <a:ext cx="3423452" cy="137272"/>
          </a:xfrm>
        </p:spPr>
        <p:txBody>
          <a:bodyPr/>
          <a:lstStyle/>
          <a:p>
            <a:endParaRPr lang="en-GB" dirty="0"/>
          </a:p>
        </p:txBody>
      </p:sp>
      <p:sp>
        <p:nvSpPr>
          <p:cNvPr id="5" name="Slide Number Placeholder 4">
            <a:extLst>
              <a:ext uri="{FF2B5EF4-FFF2-40B4-BE49-F238E27FC236}">
                <a16:creationId xmlns:a16="http://schemas.microsoft.com/office/drawing/2014/main" id="{30A0814F-115B-B21A-D2F4-306AA4671A6B}"/>
              </a:ext>
            </a:extLst>
          </p:cNvPr>
          <p:cNvSpPr>
            <a:spLocks noGrp="1"/>
          </p:cNvSpPr>
          <p:nvPr>
            <p:ph type="sldNum" sz="quarter" idx="12"/>
          </p:nvPr>
        </p:nvSpPr>
        <p:spPr>
          <a:xfrm>
            <a:off x="5936755" y="6393702"/>
            <a:ext cx="318491" cy="137272"/>
          </a:xfrm>
        </p:spPr>
        <p:txBody>
          <a:bodyPr/>
          <a:lstStyle/>
          <a:p>
            <a:fld id="{CBA53E11-492D-48B3-9F9B-09541CA2A39A}" type="slidenum">
              <a:rPr lang="en-GB" smtClean="0"/>
              <a:pPr/>
              <a:t>4</a:t>
            </a:fld>
            <a:endParaRPr lang="en-GB"/>
          </a:p>
        </p:txBody>
      </p:sp>
      <p:pic>
        <p:nvPicPr>
          <p:cNvPr id="10" name="Picture Placeholder 9">
            <a:extLst>
              <a:ext uri="{FF2B5EF4-FFF2-40B4-BE49-F238E27FC236}">
                <a16:creationId xmlns:a16="http://schemas.microsoft.com/office/drawing/2014/main" id="{70BF562B-98EC-FF44-8FBC-CAC8B5CE9322}"/>
              </a:ext>
            </a:extLst>
          </p:cNvPr>
          <p:cNvPicPr>
            <a:picLocks noGrp="1" noChangeAspect="1"/>
          </p:cNvPicPr>
          <p:nvPr>
            <p:ph type="pic" sz="quarter" idx="4294967295"/>
          </p:nvPr>
        </p:nvPicPr>
        <p:blipFill rotWithShape="1">
          <a:blip r:embed="rId2" cstate="print">
            <a:extLst>
              <a:ext uri="{28A0092B-C50C-407E-A947-70E740481C1C}">
                <a14:useLocalDpi xmlns:a14="http://schemas.microsoft.com/office/drawing/2010/main"/>
              </a:ext>
            </a:extLst>
          </a:blip>
          <a:srcRect l="1728" r="1728"/>
          <a:stretch/>
        </p:blipFill>
        <p:spPr>
          <a:xfrm>
            <a:off x="6282532" y="327818"/>
            <a:ext cx="5592465" cy="5933282"/>
          </a:xfrm>
        </p:spPr>
      </p:pic>
      <p:sp>
        <p:nvSpPr>
          <p:cNvPr id="2" name="Title 1">
            <a:extLst>
              <a:ext uri="{FF2B5EF4-FFF2-40B4-BE49-F238E27FC236}">
                <a16:creationId xmlns:a16="http://schemas.microsoft.com/office/drawing/2014/main" id="{8AFE6160-6DC1-03C3-B332-3ADF4ED454FD}"/>
              </a:ext>
            </a:extLst>
          </p:cNvPr>
          <p:cNvSpPr>
            <a:spLocks noGrp="1"/>
          </p:cNvSpPr>
          <p:nvPr>
            <p:ph type="title"/>
          </p:nvPr>
        </p:nvSpPr>
        <p:spPr>
          <a:xfrm>
            <a:off x="325800" y="252000"/>
            <a:ext cx="5583670" cy="378044"/>
          </a:xfrm>
        </p:spPr>
        <p:txBody>
          <a:bodyPr/>
          <a:lstStyle/>
          <a:p>
            <a:r>
              <a:rPr lang="en-US" dirty="0"/>
              <a:t>Notes to the template</a:t>
            </a:r>
          </a:p>
        </p:txBody>
      </p:sp>
      <p:sp>
        <p:nvSpPr>
          <p:cNvPr id="6" name="Subtitle 5">
            <a:extLst>
              <a:ext uri="{FF2B5EF4-FFF2-40B4-BE49-F238E27FC236}">
                <a16:creationId xmlns:a16="http://schemas.microsoft.com/office/drawing/2014/main" id="{47CF5047-C92C-20F0-34F4-5F62FF93FC3D}"/>
              </a:ext>
            </a:extLst>
          </p:cNvPr>
          <p:cNvSpPr>
            <a:spLocks noGrp="1"/>
          </p:cNvSpPr>
          <p:nvPr>
            <p:ph type="subTitle" idx="13"/>
          </p:nvPr>
        </p:nvSpPr>
        <p:spPr>
          <a:xfrm>
            <a:off x="325800" y="620196"/>
            <a:ext cx="5583670" cy="371567"/>
          </a:xfrm>
        </p:spPr>
        <p:txBody>
          <a:bodyPr/>
          <a:lstStyle/>
          <a:p>
            <a:r>
              <a:rPr lang="en-US" dirty="0"/>
              <a:t>Using picture slide layouts</a:t>
            </a:r>
          </a:p>
        </p:txBody>
      </p:sp>
      <p:sp>
        <p:nvSpPr>
          <p:cNvPr id="7" name="Text Placeholder 6">
            <a:extLst>
              <a:ext uri="{FF2B5EF4-FFF2-40B4-BE49-F238E27FC236}">
                <a16:creationId xmlns:a16="http://schemas.microsoft.com/office/drawing/2014/main" id="{705A80D6-E0B3-000D-6856-F39113D652B8}"/>
              </a:ext>
            </a:extLst>
          </p:cNvPr>
          <p:cNvSpPr>
            <a:spLocks noGrp="1"/>
          </p:cNvSpPr>
          <p:nvPr>
            <p:ph type="body" sz="quarter" idx="16"/>
          </p:nvPr>
        </p:nvSpPr>
        <p:spPr>
          <a:xfrm>
            <a:off x="325800" y="1394619"/>
            <a:ext cx="5583670" cy="4866481"/>
          </a:xfrm>
        </p:spPr>
        <p:txBody>
          <a:bodyPr/>
          <a:lstStyle/>
          <a:p>
            <a:r>
              <a:rPr lang="en-GB" dirty="0"/>
              <a:t>The picture slides are predefined with picture placeholders that help you to manage the image you add into the field. </a:t>
            </a:r>
          </a:p>
          <a:p>
            <a:endParaRPr lang="en-GB" dirty="0"/>
          </a:p>
          <a:p>
            <a:r>
              <a:rPr lang="en-GB" dirty="0"/>
              <a:t>Click the button in the middle of the field to select and import the picture you want to use. The picture field will automatically fill the field with the image.</a:t>
            </a:r>
          </a:p>
          <a:p>
            <a:endParaRPr lang="en-GB" dirty="0"/>
          </a:p>
          <a:p>
            <a:r>
              <a:rPr lang="en-GB" dirty="0"/>
              <a:t>You can edit the position of the image using the crop tool, which is in the ‘Picture Tools &gt; Format menu. This menu appears when you click on an image.</a:t>
            </a:r>
          </a:p>
          <a:p>
            <a:endParaRPr lang="en-GB" dirty="0"/>
          </a:p>
          <a:p>
            <a:r>
              <a:rPr lang="en-GB" dirty="0"/>
              <a:t>The crop tool allows you to enlarge, adjust position or crop the image to fit.</a:t>
            </a:r>
          </a:p>
          <a:p>
            <a:endParaRPr lang="en-GB" dirty="0"/>
          </a:p>
          <a:p>
            <a:endParaRPr lang="en-GB" dirty="0"/>
          </a:p>
        </p:txBody>
      </p:sp>
    </p:spTree>
    <p:extLst>
      <p:ext uri="{BB962C8B-B14F-4D97-AF65-F5344CB8AC3E}">
        <p14:creationId xmlns:p14="http://schemas.microsoft.com/office/powerpoint/2010/main" val="325255384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BC8577D-CD6C-1BFE-36DB-9BC6FDCA0E3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536D3CD-A004-D9C0-9E6E-D774FF8D545B}"/>
              </a:ext>
            </a:extLst>
          </p:cNvPr>
          <p:cNvSpPr>
            <a:spLocks noGrp="1"/>
          </p:cNvSpPr>
          <p:nvPr>
            <p:ph type="dt" sz="half" idx="10"/>
          </p:nvPr>
        </p:nvSpPr>
        <p:spPr>
          <a:xfrm>
            <a:off x="10641013" y="6393657"/>
            <a:ext cx="1234282" cy="137319"/>
          </a:xfrm>
        </p:spPr>
        <p:txBody>
          <a:bodyPr/>
          <a:lstStyle/>
          <a:p>
            <a:fld id="{AF68E6AE-337C-4465-9B4F-F308E5DE081B}" type="datetime1">
              <a:rPr lang="en-GB" smtClean="0"/>
              <a:t>19/04/2026</a:t>
            </a:fld>
            <a:endParaRPr lang="en-GB"/>
          </a:p>
        </p:txBody>
      </p:sp>
      <p:sp>
        <p:nvSpPr>
          <p:cNvPr id="4" name="Footer Placeholder 3">
            <a:extLst>
              <a:ext uri="{FF2B5EF4-FFF2-40B4-BE49-F238E27FC236}">
                <a16:creationId xmlns:a16="http://schemas.microsoft.com/office/drawing/2014/main" id="{997FB569-D539-BD91-DE87-62826E6255CA}"/>
              </a:ext>
            </a:extLst>
          </p:cNvPr>
          <p:cNvSpPr>
            <a:spLocks noGrp="1"/>
          </p:cNvSpPr>
          <p:nvPr>
            <p:ph type="ftr" sz="quarter" idx="11"/>
          </p:nvPr>
        </p:nvSpPr>
        <p:spPr>
          <a:xfrm>
            <a:off x="1965325" y="6393657"/>
            <a:ext cx="3423444" cy="137319"/>
          </a:xfrm>
        </p:spPr>
        <p:txBody>
          <a:bodyPr/>
          <a:lstStyle/>
          <a:p>
            <a:endParaRPr lang="en-GB" dirty="0"/>
          </a:p>
        </p:txBody>
      </p:sp>
      <p:sp>
        <p:nvSpPr>
          <p:cNvPr id="5" name="Slide Number Placeholder 4">
            <a:extLst>
              <a:ext uri="{FF2B5EF4-FFF2-40B4-BE49-F238E27FC236}">
                <a16:creationId xmlns:a16="http://schemas.microsoft.com/office/drawing/2014/main" id="{DB665DBA-84A2-A338-8FF6-AEBC287C209D}"/>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5</a:t>
            </a:fld>
            <a:endParaRPr lang="en-GB"/>
          </a:p>
        </p:txBody>
      </p:sp>
      <p:pic>
        <p:nvPicPr>
          <p:cNvPr id="9" name="Picture Placeholder 8">
            <a:extLst>
              <a:ext uri="{FF2B5EF4-FFF2-40B4-BE49-F238E27FC236}">
                <a16:creationId xmlns:a16="http://schemas.microsoft.com/office/drawing/2014/main" id="{7C5448F6-76C7-04C4-8A05-60F35409C7B1}"/>
              </a:ext>
            </a:extLst>
          </p:cNvPr>
          <p:cNvPicPr>
            <a:picLocks noGrp="1" noChangeAspect="1"/>
          </p:cNvPicPr>
          <p:nvPr>
            <p:ph type="pic" sz="quarter" idx="4294967295"/>
          </p:nvPr>
        </p:nvPicPr>
        <p:blipFill rotWithShape="1">
          <a:blip r:embed="rId2" cstate="print">
            <a:extLst>
              <a:ext uri="{28A0092B-C50C-407E-A947-70E740481C1C}">
                <a14:useLocalDpi xmlns:a14="http://schemas.microsoft.com/office/drawing/2010/main"/>
              </a:ext>
            </a:extLst>
          </a:blip>
          <a:srcRect l="1755" r="1755"/>
          <a:stretch/>
        </p:blipFill>
        <p:spPr>
          <a:xfrm>
            <a:off x="6282532" y="327819"/>
            <a:ext cx="5592763" cy="5933281"/>
          </a:xfrm>
        </p:spPr>
      </p:pic>
      <p:sp>
        <p:nvSpPr>
          <p:cNvPr id="2" name="Title 1">
            <a:extLst>
              <a:ext uri="{FF2B5EF4-FFF2-40B4-BE49-F238E27FC236}">
                <a16:creationId xmlns:a16="http://schemas.microsoft.com/office/drawing/2014/main" id="{8714DCB2-B28F-0CFE-C3FC-A03DA66D36B9}"/>
              </a:ext>
            </a:extLst>
          </p:cNvPr>
          <p:cNvSpPr>
            <a:spLocks noGrp="1"/>
          </p:cNvSpPr>
          <p:nvPr>
            <p:ph type="title"/>
          </p:nvPr>
        </p:nvSpPr>
        <p:spPr>
          <a:xfrm>
            <a:off x="325438" y="251619"/>
            <a:ext cx="5584032" cy="378619"/>
          </a:xfrm>
        </p:spPr>
        <p:txBody>
          <a:bodyPr/>
          <a:lstStyle/>
          <a:p>
            <a:r>
              <a:rPr lang="en-US" dirty="0"/>
              <a:t>Notes to the template</a:t>
            </a:r>
          </a:p>
        </p:txBody>
      </p:sp>
      <p:sp>
        <p:nvSpPr>
          <p:cNvPr id="6" name="Subtitle 5">
            <a:extLst>
              <a:ext uri="{FF2B5EF4-FFF2-40B4-BE49-F238E27FC236}">
                <a16:creationId xmlns:a16="http://schemas.microsoft.com/office/drawing/2014/main" id="{3B0787FF-4BB7-771A-218C-D55619876021}"/>
              </a:ext>
            </a:extLst>
          </p:cNvPr>
          <p:cNvSpPr>
            <a:spLocks noGrp="1"/>
          </p:cNvSpPr>
          <p:nvPr>
            <p:ph type="subTitle" idx="13"/>
          </p:nvPr>
        </p:nvSpPr>
        <p:spPr>
          <a:xfrm>
            <a:off x="325438" y="619919"/>
            <a:ext cx="5584032" cy="371475"/>
          </a:xfrm>
        </p:spPr>
        <p:txBody>
          <a:bodyPr/>
          <a:lstStyle/>
          <a:p>
            <a:r>
              <a:rPr lang="en-US" dirty="0"/>
              <a:t>Applying images to backgrounds</a:t>
            </a:r>
          </a:p>
        </p:txBody>
      </p:sp>
      <p:sp>
        <p:nvSpPr>
          <p:cNvPr id="7" name="Text Placeholder 6">
            <a:extLst>
              <a:ext uri="{FF2B5EF4-FFF2-40B4-BE49-F238E27FC236}">
                <a16:creationId xmlns:a16="http://schemas.microsoft.com/office/drawing/2014/main" id="{4AC93AB7-24E0-D878-F600-BB93EBC90DF0}"/>
              </a:ext>
            </a:extLst>
          </p:cNvPr>
          <p:cNvSpPr>
            <a:spLocks noGrp="1"/>
          </p:cNvSpPr>
          <p:nvPr>
            <p:ph type="body" sz="quarter" idx="16"/>
          </p:nvPr>
        </p:nvSpPr>
        <p:spPr>
          <a:xfrm>
            <a:off x="325438" y="1394619"/>
            <a:ext cx="5584032" cy="4866481"/>
          </a:xfrm>
        </p:spPr>
        <p:txBody>
          <a:bodyPr/>
          <a:lstStyle/>
          <a:p>
            <a:r>
              <a:rPr lang="en-GB" dirty="0"/>
              <a:t>If you insert a Title or End Slide Image layout, you will find that the background is filled with a solid grey. This means that you can insert your own image to the background.</a:t>
            </a:r>
          </a:p>
          <a:p>
            <a:endParaRPr lang="en-GB" dirty="0"/>
          </a:p>
          <a:p>
            <a:r>
              <a:rPr lang="en-GB" dirty="0"/>
              <a:t>The first step is to right-click the background and choose Format Background – this will open a panel on the right of the screen.</a:t>
            </a:r>
          </a:p>
          <a:p>
            <a:endParaRPr lang="en-GB" dirty="0"/>
          </a:p>
          <a:p>
            <a:r>
              <a:rPr lang="en-GB" dirty="0"/>
              <a:t>Then, tick the Picture or texture fill box, and choose Insert Picture from File. Select an image from your computer, ensuring it follows brand guidelines, and the picture will automatically fill the background of the slide.</a:t>
            </a:r>
          </a:p>
          <a:p>
            <a:endParaRPr lang="en-GB" dirty="0"/>
          </a:p>
        </p:txBody>
      </p:sp>
    </p:spTree>
    <p:extLst>
      <p:ext uri="{BB962C8B-B14F-4D97-AF65-F5344CB8AC3E}">
        <p14:creationId xmlns:p14="http://schemas.microsoft.com/office/powerpoint/2010/main" val="23841128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842A5-E8CA-A8C0-F3ED-F2B059131BBF}"/>
              </a:ext>
            </a:extLst>
          </p:cNvPr>
          <p:cNvSpPr>
            <a:spLocks noGrp="1"/>
          </p:cNvSpPr>
          <p:nvPr>
            <p:ph type="title"/>
          </p:nvPr>
        </p:nvSpPr>
        <p:spPr>
          <a:xfrm>
            <a:off x="326232" y="251619"/>
            <a:ext cx="11541125" cy="378619"/>
          </a:xfrm>
        </p:spPr>
        <p:txBody>
          <a:bodyPr/>
          <a:lstStyle/>
          <a:p>
            <a:r>
              <a:rPr lang="en-US" dirty="0"/>
              <a:t>Notes to the template</a:t>
            </a:r>
          </a:p>
        </p:txBody>
      </p:sp>
      <p:sp>
        <p:nvSpPr>
          <p:cNvPr id="3" name="Content Placeholder 2">
            <a:extLst>
              <a:ext uri="{FF2B5EF4-FFF2-40B4-BE49-F238E27FC236}">
                <a16:creationId xmlns:a16="http://schemas.microsoft.com/office/drawing/2014/main" id="{0B97DED3-E0FF-BEBB-3619-36CFF8C5A387}"/>
              </a:ext>
            </a:extLst>
          </p:cNvPr>
          <p:cNvSpPr>
            <a:spLocks noGrp="1"/>
          </p:cNvSpPr>
          <p:nvPr>
            <p:ph sz="half" idx="1"/>
          </p:nvPr>
        </p:nvSpPr>
        <p:spPr>
          <a:xfrm>
            <a:off x="326232" y="1394619"/>
            <a:ext cx="5583238" cy="4866481"/>
          </a:xfrm>
        </p:spPr>
        <p:txBody>
          <a:bodyPr/>
          <a:lstStyle/>
          <a:p>
            <a:pPr lvl="1"/>
            <a:r>
              <a:rPr lang="en-GB" sz="1800" dirty="0"/>
              <a:t>Type levels</a:t>
            </a:r>
          </a:p>
          <a:p>
            <a:r>
              <a:rPr lang="en-GB" sz="1800" dirty="0"/>
              <a:t>Always use the type levels in the predefined content placeholders, supplied with each layout.</a:t>
            </a:r>
          </a:p>
          <a:p>
            <a:endParaRPr lang="en-GB" sz="1800" dirty="0"/>
          </a:p>
          <a:p>
            <a:pPr lvl="1"/>
            <a:r>
              <a:rPr lang="en-GB" sz="1800" dirty="0"/>
              <a:t>Text boxes</a:t>
            </a:r>
          </a:p>
          <a:p>
            <a:r>
              <a:rPr lang="en-GB" sz="1800" dirty="0"/>
              <a:t>If you use text boxes, please note that they do not include the type levels. Any formatting has to be manually applied, and we recommend you adhere to the brand rules.</a:t>
            </a:r>
          </a:p>
          <a:p>
            <a:endParaRPr lang="en-GB" sz="1800" dirty="0"/>
          </a:p>
          <a:p>
            <a:pPr lvl="1"/>
            <a:r>
              <a:rPr lang="en-GB" sz="1800" dirty="0"/>
              <a:t>Footers</a:t>
            </a:r>
          </a:p>
          <a:p>
            <a:r>
              <a:rPr lang="en-GB" sz="1800" dirty="0"/>
              <a:t>The footer and page number can be modified and turned on or off. To do this, go to the Insert tab on the ribbon, then click Header and Footer.</a:t>
            </a:r>
          </a:p>
          <a:p>
            <a:endParaRPr lang="en-GB" sz="1800" dirty="0"/>
          </a:p>
          <a:p>
            <a:endParaRPr lang="en-GB" sz="1800" dirty="0"/>
          </a:p>
          <a:p>
            <a:endParaRPr lang="en-GB" sz="1800" dirty="0"/>
          </a:p>
        </p:txBody>
      </p:sp>
      <p:sp>
        <p:nvSpPr>
          <p:cNvPr id="4" name="Content Placeholder 3">
            <a:extLst>
              <a:ext uri="{FF2B5EF4-FFF2-40B4-BE49-F238E27FC236}">
                <a16:creationId xmlns:a16="http://schemas.microsoft.com/office/drawing/2014/main" id="{A640B848-9C21-9918-04BC-014AF2CEC7E1}"/>
              </a:ext>
            </a:extLst>
          </p:cNvPr>
          <p:cNvSpPr>
            <a:spLocks noGrp="1"/>
          </p:cNvSpPr>
          <p:nvPr>
            <p:ph sz="half" idx="2"/>
          </p:nvPr>
        </p:nvSpPr>
        <p:spPr>
          <a:xfrm>
            <a:off x="6283325" y="1394619"/>
            <a:ext cx="5583238" cy="4866481"/>
          </a:xfrm>
        </p:spPr>
        <p:txBody>
          <a:bodyPr/>
          <a:lstStyle/>
          <a:p>
            <a:pPr lvl="1"/>
            <a:r>
              <a:rPr lang="en-GB" sz="1800" dirty="0"/>
              <a:t>Colour palette</a:t>
            </a:r>
          </a:p>
          <a:p>
            <a:r>
              <a:rPr lang="en-GB" sz="1800" dirty="0"/>
              <a:t>Always select a colour from the supplied colours.</a:t>
            </a:r>
          </a:p>
          <a:p>
            <a:endParaRPr lang="en-GB" sz="1800" dirty="0"/>
          </a:p>
          <a:p>
            <a:r>
              <a:rPr lang="en-GB" sz="1800" dirty="0"/>
              <a:t>The top row represents the correct </a:t>
            </a:r>
            <a:br>
              <a:rPr lang="en-GB" sz="1800" dirty="0"/>
            </a:br>
            <a:r>
              <a:rPr lang="en-GB" sz="1800" dirty="0"/>
              <a:t>brand colours and are automatically </a:t>
            </a:r>
            <a:br>
              <a:rPr lang="en-GB" sz="1800" dirty="0"/>
            </a:br>
            <a:r>
              <a:rPr lang="en-GB" sz="1800" dirty="0"/>
              <a:t>used in charts and diagrams.</a:t>
            </a:r>
          </a:p>
          <a:p>
            <a:endParaRPr lang="en-GB" sz="1800" dirty="0"/>
          </a:p>
          <a:p>
            <a:r>
              <a:rPr lang="en-GB" sz="1800" dirty="0"/>
              <a:t>The Custom </a:t>
            </a:r>
            <a:r>
              <a:rPr lang="en-GB" sz="1800" dirty="0" err="1"/>
              <a:t>Colors</a:t>
            </a:r>
            <a:r>
              <a:rPr lang="en-GB" sz="1800" dirty="0"/>
              <a:t> section contains</a:t>
            </a:r>
            <a:br>
              <a:rPr lang="en-GB" sz="1800" dirty="0"/>
            </a:br>
            <a:r>
              <a:rPr lang="en-GB" sz="1800" dirty="0"/>
              <a:t>all of the brand colours, some in </a:t>
            </a:r>
            <a:br>
              <a:rPr lang="en-GB" sz="1800" dirty="0"/>
            </a:br>
            <a:r>
              <a:rPr lang="en-GB" sz="1800" dirty="0"/>
              <a:t>multiple tints. Please use these</a:t>
            </a:r>
            <a:br>
              <a:rPr lang="en-GB" sz="1800" dirty="0"/>
            </a:br>
            <a:r>
              <a:rPr lang="en-GB" sz="1800" dirty="0"/>
              <a:t>as required.</a:t>
            </a:r>
          </a:p>
          <a:p>
            <a:endParaRPr lang="en-GB" sz="1800" dirty="0"/>
          </a:p>
          <a:p>
            <a:r>
              <a:rPr lang="en-GB" sz="1800" dirty="0"/>
              <a:t>The Standard </a:t>
            </a:r>
            <a:r>
              <a:rPr lang="en-GB" sz="1800" dirty="0" err="1"/>
              <a:t>Colors</a:t>
            </a:r>
            <a:r>
              <a:rPr lang="en-GB" sz="1800" dirty="0"/>
              <a:t> row is supplied </a:t>
            </a:r>
            <a:br>
              <a:rPr lang="en-GB" sz="1800" dirty="0"/>
            </a:br>
            <a:r>
              <a:rPr lang="en-GB" sz="1800" dirty="0"/>
              <a:t>by Office and does not follow brand </a:t>
            </a:r>
            <a:br>
              <a:rPr lang="en-GB" sz="1800" dirty="0"/>
            </a:br>
            <a:r>
              <a:rPr lang="en-GB" sz="1800" dirty="0"/>
              <a:t>guidelines. Please do not use these </a:t>
            </a:r>
            <a:br>
              <a:rPr lang="en-GB" sz="1800" dirty="0"/>
            </a:br>
            <a:r>
              <a:rPr lang="en-GB" sz="1800" dirty="0"/>
              <a:t>colours in your documents.</a:t>
            </a:r>
          </a:p>
        </p:txBody>
      </p:sp>
      <p:sp>
        <p:nvSpPr>
          <p:cNvPr id="5" name="Date Placeholder 4">
            <a:extLst>
              <a:ext uri="{FF2B5EF4-FFF2-40B4-BE49-F238E27FC236}">
                <a16:creationId xmlns:a16="http://schemas.microsoft.com/office/drawing/2014/main" id="{9A1E90C2-09BF-E4DA-BAF0-FFA86E06B72B}"/>
              </a:ext>
            </a:extLst>
          </p:cNvPr>
          <p:cNvSpPr>
            <a:spLocks noGrp="1"/>
          </p:cNvSpPr>
          <p:nvPr>
            <p:ph type="dt" sz="half" idx="10"/>
          </p:nvPr>
        </p:nvSpPr>
        <p:spPr>
          <a:xfrm>
            <a:off x="10641013" y="6393657"/>
            <a:ext cx="1234282" cy="137319"/>
          </a:xfrm>
        </p:spPr>
        <p:txBody>
          <a:bodyPr/>
          <a:lstStyle/>
          <a:p>
            <a:fld id="{763F89BA-E380-4E3C-B040-31952AA5BAC2}" type="datetime1">
              <a:rPr lang="en-GB" smtClean="0"/>
              <a:t>19/04/2026</a:t>
            </a:fld>
            <a:endParaRPr lang="en-GB"/>
          </a:p>
        </p:txBody>
      </p:sp>
      <p:sp>
        <p:nvSpPr>
          <p:cNvPr id="6" name="Footer Placeholder 5">
            <a:extLst>
              <a:ext uri="{FF2B5EF4-FFF2-40B4-BE49-F238E27FC236}">
                <a16:creationId xmlns:a16="http://schemas.microsoft.com/office/drawing/2014/main" id="{7F0A0E25-625A-80D4-7D48-86ED3A56F80C}"/>
              </a:ext>
            </a:extLst>
          </p:cNvPr>
          <p:cNvSpPr>
            <a:spLocks noGrp="1"/>
          </p:cNvSpPr>
          <p:nvPr>
            <p:ph type="ftr" sz="quarter" idx="11"/>
          </p:nvPr>
        </p:nvSpPr>
        <p:spPr>
          <a:xfrm>
            <a:off x="1965325" y="6393657"/>
            <a:ext cx="3423444" cy="137319"/>
          </a:xfrm>
        </p:spPr>
        <p:txBody>
          <a:bodyPr/>
          <a:lstStyle/>
          <a:p>
            <a:endParaRPr lang="en-GB"/>
          </a:p>
        </p:txBody>
      </p:sp>
      <p:sp>
        <p:nvSpPr>
          <p:cNvPr id="7" name="Slide Number Placeholder 6">
            <a:extLst>
              <a:ext uri="{FF2B5EF4-FFF2-40B4-BE49-F238E27FC236}">
                <a16:creationId xmlns:a16="http://schemas.microsoft.com/office/drawing/2014/main" id="{344276F6-204F-1430-0889-5A9525D99267}"/>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6</a:t>
            </a:fld>
            <a:endParaRPr lang="en-GB"/>
          </a:p>
        </p:txBody>
      </p:sp>
      <p:sp>
        <p:nvSpPr>
          <p:cNvPr id="8" name="Subtitle 7">
            <a:extLst>
              <a:ext uri="{FF2B5EF4-FFF2-40B4-BE49-F238E27FC236}">
                <a16:creationId xmlns:a16="http://schemas.microsoft.com/office/drawing/2014/main" id="{04DC8843-6038-A178-30EE-FAC0E96B17B6}"/>
              </a:ext>
            </a:extLst>
          </p:cNvPr>
          <p:cNvSpPr>
            <a:spLocks noGrp="1"/>
          </p:cNvSpPr>
          <p:nvPr>
            <p:ph type="subTitle" idx="13"/>
          </p:nvPr>
        </p:nvSpPr>
        <p:spPr>
          <a:xfrm>
            <a:off x="325438" y="619919"/>
            <a:ext cx="11541125" cy="371475"/>
          </a:xfrm>
        </p:spPr>
        <p:txBody>
          <a:bodyPr/>
          <a:lstStyle/>
          <a:p>
            <a:r>
              <a:rPr lang="en-US" dirty="0"/>
              <a:t>Tips and recommendations</a:t>
            </a:r>
          </a:p>
        </p:txBody>
      </p:sp>
      <p:pic>
        <p:nvPicPr>
          <p:cNvPr id="10" name="Picture 9">
            <a:extLst>
              <a:ext uri="{FF2B5EF4-FFF2-40B4-BE49-F238E27FC236}">
                <a16:creationId xmlns:a16="http://schemas.microsoft.com/office/drawing/2014/main" id="{8EA1EFB6-E26E-1065-A759-2EF1B250D89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0292743" y="2581255"/>
            <a:ext cx="1573025" cy="2552081"/>
          </a:xfrm>
          <a:prstGeom prst="rect">
            <a:avLst/>
          </a:prstGeom>
          <a:ln w="3175">
            <a:solidFill>
              <a:schemeClr val="tx1"/>
            </a:solidFill>
          </a:ln>
        </p:spPr>
      </p:pic>
    </p:spTree>
    <p:extLst>
      <p:ext uri="{BB962C8B-B14F-4D97-AF65-F5344CB8AC3E}">
        <p14:creationId xmlns:p14="http://schemas.microsoft.com/office/powerpoint/2010/main" val="61184951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B2BF-E0B9-7428-EAAA-0A540B052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0BD28-6F7E-0A7D-1A9E-10E954BA9519}"/>
              </a:ext>
            </a:extLst>
          </p:cNvPr>
          <p:cNvSpPr>
            <a:spLocks noGrp="1"/>
          </p:cNvSpPr>
          <p:nvPr>
            <p:ph type="title"/>
          </p:nvPr>
        </p:nvSpPr>
        <p:spPr>
          <a:xfrm>
            <a:off x="318494" y="238870"/>
            <a:ext cx="5163243" cy="3190130"/>
          </a:xfrm>
        </p:spPr>
        <p:txBody>
          <a:bodyPr/>
          <a:lstStyle/>
          <a:p>
            <a:r>
              <a:rPr lang="en-US" dirty="0"/>
              <a:t>Agenda</a:t>
            </a:r>
          </a:p>
        </p:txBody>
      </p:sp>
      <p:sp>
        <p:nvSpPr>
          <p:cNvPr id="3" name="Date Placeholder 2">
            <a:extLst>
              <a:ext uri="{FF2B5EF4-FFF2-40B4-BE49-F238E27FC236}">
                <a16:creationId xmlns:a16="http://schemas.microsoft.com/office/drawing/2014/main" id="{4A30BBD6-6EC5-96F4-6E6C-8F90A73DFE86}"/>
              </a:ext>
            </a:extLst>
          </p:cNvPr>
          <p:cNvSpPr>
            <a:spLocks noGrp="1"/>
          </p:cNvSpPr>
          <p:nvPr>
            <p:ph type="dt" sz="half" idx="10"/>
          </p:nvPr>
        </p:nvSpPr>
        <p:spPr>
          <a:xfrm>
            <a:off x="10641349" y="6393702"/>
            <a:ext cx="1233647" cy="137270"/>
          </a:xfrm>
        </p:spPr>
        <p:txBody>
          <a:bodyPr/>
          <a:lstStyle/>
          <a:p>
            <a:fld id="{08C79A00-19BD-4E23-96C7-4E222B187CCF}" type="datetime1">
              <a:rPr lang="en-GB" smtClean="0"/>
              <a:t>19/04/2026</a:t>
            </a:fld>
            <a:endParaRPr lang="en-GB"/>
          </a:p>
        </p:txBody>
      </p:sp>
      <p:sp>
        <p:nvSpPr>
          <p:cNvPr id="5" name="Footer Placeholder 4">
            <a:extLst>
              <a:ext uri="{FF2B5EF4-FFF2-40B4-BE49-F238E27FC236}">
                <a16:creationId xmlns:a16="http://schemas.microsoft.com/office/drawing/2014/main" id="{F51E4508-A1A4-0996-A7AC-D48A359775FC}"/>
              </a:ext>
            </a:extLst>
          </p:cNvPr>
          <p:cNvSpPr>
            <a:spLocks noGrp="1"/>
          </p:cNvSpPr>
          <p:nvPr>
            <p:ph type="ftr" sz="quarter" idx="11"/>
          </p:nvPr>
        </p:nvSpPr>
        <p:spPr>
          <a:xfrm>
            <a:off x="1965261" y="6393702"/>
            <a:ext cx="3423452" cy="137272"/>
          </a:xfrm>
        </p:spPr>
        <p:txBody>
          <a:bodyPr/>
          <a:lstStyle/>
          <a:p>
            <a:endParaRPr lang="en-GB" dirty="0"/>
          </a:p>
        </p:txBody>
      </p:sp>
      <p:sp>
        <p:nvSpPr>
          <p:cNvPr id="6" name="Slide Number Placeholder 5">
            <a:extLst>
              <a:ext uri="{FF2B5EF4-FFF2-40B4-BE49-F238E27FC236}">
                <a16:creationId xmlns:a16="http://schemas.microsoft.com/office/drawing/2014/main" id="{5CA61E04-BACD-694E-DAED-0530BAF80C00}"/>
              </a:ext>
            </a:extLst>
          </p:cNvPr>
          <p:cNvSpPr>
            <a:spLocks noGrp="1"/>
          </p:cNvSpPr>
          <p:nvPr>
            <p:ph type="sldNum" sz="quarter" idx="12"/>
          </p:nvPr>
        </p:nvSpPr>
        <p:spPr>
          <a:xfrm>
            <a:off x="5936755" y="6393702"/>
            <a:ext cx="318491" cy="137272"/>
          </a:xfrm>
        </p:spPr>
        <p:txBody>
          <a:bodyPr/>
          <a:lstStyle/>
          <a:p>
            <a:fld id="{CBA53E11-492D-48B3-9F9B-09541CA2A39A}" type="slidenum">
              <a:rPr lang="en-GB" smtClean="0"/>
              <a:pPr/>
              <a:t>7</a:t>
            </a:fld>
            <a:endParaRPr lang="en-GB"/>
          </a:p>
        </p:txBody>
      </p:sp>
      <p:graphicFrame>
        <p:nvGraphicFramePr>
          <p:cNvPr id="4" name="Content Placeholder 3">
            <a:extLst>
              <a:ext uri="{FF2B5EF4-FFF2-40B4-BE49-F238E27FC236}">
                <a16:creationId xmlns:a16="http://schemas.microsoft.com/office/drawing/2014/main" id="{FCB2DFB2-18C6-68B5-3F50-9C4AF273C9A6}"/>
              </a:ext>
            </a:extLst>
          </p:cNvPr>
          <p:cNvGraphicFramePr>
            <a:graphicFrameLocks noGrp="1"/>
          </p:cNvGraphicFramePr>
          <p:nvPr>
            <p:ph sz="quarter" idx="13"/>
            <p:extLst>
              <p:ext uri="{D42A27DB-BD31-4B8C-83A1-F6EECF244321}">
                <p14:modId xmlns:p14="http://schemas.microsoft.com/office/powerpoint/2010/main" val="2439937036"/>
              </p:ext>
            </p:extLst>
          </p:nvPr>
        </p:nvGraphicFramePr>
        <p:xfrm>
          <a:off x="6096000" y="328613"/>
          <a:ext cx="5776912" cy="1925320"/>
        </p:xfrm>
        <a:graphic>
          <a:graphicData uri="http://schemas.openxmlformats.org/drawingml/2006/table">
            <a:tbl>
              <a:tblPr>
                <a:tableStyleId>{2D5ABB26-0587-4C30-8999-92F81FD0307C}</a:tableStyleId>
              </a:tblPr>
              <a:tblGrid>
                <a:gridCol w="613797">
                  <a:extLst>
                    <a:ext uri="{9D8B030D-6E8A-4147-A177-3AD203B41FA5}">
                      <a16:colId xmlns:a16="http://schemas.microsoft.com/office/drawing/2014/main" val="2312058624"/>
                    </a:ext>
                  </a:extLst>
                </a:gridCol>
                <a:gridCol w="5163115">
                  <a:extLst>
                    <a:ext uri="{9D8B030D-6E8A-4147-A177-3AD203B41FA5}">
                      <a16:colId xmlns:a16="http://schemas.microsoft.com/office/drawing/2014/main" val="2529335587"/>
                    </a:ext>
                  </a:extLst>
                </a:gridCol>
              </a:tblGrid>
              <a:tr h="240665">
                <a:tc>
                  <a:txBody>
                    <a:bodyPr/>
                    <a:lstStyle/>
                    <a:p>
                      <a:pPr>
                        <a:lnSpc>
                          <a:spcPct val="105000"/>
                        </a:lnSpc>
                      </a:pPr>
                      <a:r>
                        <a:rPr lang="en-US" sz="1600" b="1" dirty="0">
                          <a:solidFill>
                            <a:schemeClr val="bg1"/>
                          </a:solidFill>
                        </a:rPr>
                        <a:t>1</a:t>
                      </a:r>
                    </a:p>
                  </a:txBody>
                  <a:tcPr marL="0" marR="0" marT="0" marB="0"/>
                </a:tc>
                <a:tc>
                  <a:txBody>
                    <a:bodyPr/>
                    <a:lstStyle/>
                    <a:p>
                      <a:pPr>
                        <a:lnSpc>
                          <a:spcPct val="105000"/>
                        </a:lnSpc>
                      </a:pPr>
                      <a:r>
                        <a:rPr lang="en-US" sz="1600" dirty="0">
                          <a:solidFill>
                            <a:schemeClr val="bg1"/>
                          </a:solidFill>
                          <a:latin typeface="Arial" panose="020B0604020202020204" pitchFamily="34" charset="0"/>
                          <a:ea typeface="Inter Medium" panose="02000503000000020004" pitchFamily="2" charset="0"/>
                        </a:rPr>
                        <a:t>Who we are</a:t>
                      </a:r>
                    </a:p>
                  </a:txBody>
                  <a:tcPr marL="0" marR="0" marT="0" marB="0"/>
                </a:tc>
                <a:extLst>
                  <a:ext uri="{0D108BD9-81ED-4DB2-BD59-A6C34878D82A}">
                    <a16:rowId xmlns:a16="http://schemas.microsoft.com/office/drawing/2014/main" val="2813600567"/>
                  </a:ext>
                </a:extLst>
              </a:tr>
              <a:tr h="240665">
                <a:tc>
                  <a:txBody>
                    <a:bodyPr/>
                    <a:lstStyle/>
                    <a:p>
                      <a:pPr>
                        <a:lnSpc>
                          <a:spcPct val="105000"/>
                        </a:lnSpc>
                      </a:pPr>
                      <a:r>
                        <a:rPr lang="en-US" sz="1600" b="1" dirty="0">
                          <a:solidFill>
                            <a:schemeClr val="bg1"/>
                          </a:solidFill>
                        </a:rPr>
                        <a:t>2</a:t>
                      </a:r>
                    </a:p>
                  </a:txBody>
                  <a:tcPr marL="0" marR="0" marT="0" marB="0"/>
                </a:tc>
                <a:tc>
                  <a:txBody>
                    <a:bodyPr/>
                    <a:lstStyle/>
                    <a:p>
                      <a:pPr>
                        <a:lnSpc>
                          <a:spcPct val="105000"/>
                        </a:lnSpc>
                      </a:pPr>
                      <a:r>
                        <a:rPr lang="en-US" sz="1600" dirty="0">
                          <a:solidFill>
                            <a:schemeClr val="bg1"/>
                          </a:solidFill>
                          <a:latin typeface="Arial" panose="020B0604020202020204" pitchFamily="34" charset="0"/>
                          <a:ea typeface="Inter Medium" panose="02000503000000020004" pitchFamily="2" charset="0"/>
                        </a:rPr>
                        <a:t>What we do</a:t>
                      </a:r>
                    </a:p>
                  </a:txBody>
                  <a:tcPr marL="0" marR="0" marT="0" marB="0"/>
                </a:tc>
                <a:extLst>
                  <a:ext uri="{0D108BD9-81ED-4DB2-BD59-A6C34878D82A}">
                    <a16:rowId xmlns:a16="http://schemas.microsoft.com/office/drawing/2014/main" val="2377395039"/>
                  </a:ext>
                </a:extLst>
              </a:tr>
              <a:tr h="240665">
                <a:tc>
                  <a:txBody>
                    <a:bodyPr/>
                    <a:lstStyle/>
                    <a:p>
                      <a:pPr>
                        <a:lnSpc>
                          <a:spcPct val="105000"/>
                        </a:lnSpc>
                      </a:pPr>
                      <a:r>
                        <a:rPr lang="en-US" sz="1600" b="1" dirty="0">
                          <a:solidFill>
                            <a:schemeClr val="bg1"/>
                          </a:solidFill>
                        </a:rPr>
                        <a:t>3</a:t>
                      </a:r>
                    </a:p>
                  </a:txBody>
                  <a:tcPr marL="0" marR="0" marT="0" marB="0"/>
                </a:tc>
                <a:tc>
                  <a:txBody>
                    <a:bodyPr/>
                    <a:lstStyle/>
                    <a:p>
                      <a:pPr>
                        <a:lnSpc>
                          <a:spcPct val="105000"/>
                        </a:lnSpc>
                      </a:pPr>
                      <a:r>
                        <a:rPr lang="en-US" sz="1600" dirty="0">
                          <a:solidFill>
                            <a:schemeClr val="bg1"/>
                          </a:solidFill>
                          <a:latin typeface="Arial" panose="020B0604020202020204" pitchFamily="34" charset="0"/>
                          <a:ea typeface="Inter Medium" panose="02000503000000020004" pitchFamily="2" charset="0"/>
                        </a:rPr>
                        <a:t>Our process</a:t>
                      </a:r>
                    </a:p>
                  </a:txBody>
                  <a:tcPr marL="0" marR="0" marT="0" marB="0"/>
                </a:tc>
                <a:extLst>
                  <a:ext uri="{0D108BD9-81ED-4DB2-BD59-A6C34878D82A}">
                    <a16:rowId xmlns:a16="http://schemas.microsoft.com/office/drawing/2014/main" val="3619643445"/>
                  </a:ext>
                </a:extLst>
              </a:tr>
              <a:tr h="240665">
                <a:tc>
                  <a:txBody>
                    <a:bodyPr/>
                    <a:lstStyle/>
                    <a:p>
                      <a:pPr>
                        <a:lnSpc>
                          <a:spcPct val="105000"/>
                        </a:lnSpc>
                      </a:pPr>
                      <a:r>
                        <a:rPr lang="en-US" sz="1600" b="1" dirty="0">
                          <a:solidFill>
                            <a:schemeClr val="bg1"/>
                          </a:solidFill>
                        </a:rPr>
                        <a:t>4</a:t>
                      </a:r>
                    </a:p>
                  </a:txBody>
                  <a:tcPr marL="0" marR="0" marT="0" marB="0"/>
                </a:tc>
                <a:tc>
                  <a:txBody>
                    <a:bodyPr/>
                    <a:lstStyle/>
                    <a:p>
                      <a:pPr>
                        <a:lnSpc>
                          <a:spcPct val="105000"/>
                        </a:lnSpc>
                      </a:pPr>
                      <a:r>
                        <a:rPr lang="en-US" sz="1600" dirty="0">
                          <a:solidFill>
                            <a:schemeClr val="bg1"/>
                          </a:solidFill>
                          <a:latin typeface="Arial" panose="020B0604020202020204" pitchFamily="34" charset="0"/>
                          <a:ea typeface="Inter Medium" panose="02000503000000020004" pitchFamily="2" charset="0"/>
                        </a:rPr>
                        <a:t>Our services</a:t>
                      </a:r>
                    </a:p>
                  </a:txBody>
                  <a:tcPr marL="0" marR="0" marT="0" marB="0"/>
                </a:tc>
                <a:extLst>
                  <a:ext uri="{0D108BD9-81ED-4DB2-BD59-A6C34878D82A}">
                    <a16:rowId xmlns:a16="http://schemas.microsoft.com/office/drawing/2014/main" val="2813601940"/>
                  </a:ext>
                </a:extLst>
              </a:tr>
              <a:tr h="240665">
                <a:tc>
                  <a:txBody>
                    <a:bodyPr/>
                    <a:lstStyle/>
                    <a:p>
                      <a:pPr>
                        <a:lnSpc>
                          <a:spcPct val="105000"/>
                        </a:lnSpc>
                      </a:pPr>
                      <a:r>
                        <a:rPr lang="en-US" sz="1600" b="1" dirty="0">
                          <a:solidFill>
                            <a:schemeClr val="bg1"/>
                          </a:solidFill>
                        </a:rPr>
                        <a:t>5</a:t>
                      </a:r>
                    </a:p>
                  </a:txBody>
                  <a:tcPr marL="0" marR="0" marT="0" marB="0"/>
                </a:tc>
                <a:tc>
                  <a:txBody>
                    <a:bodyPr/>
                    <a:lstStyle/>
                    <a:p>
                      <a:pPr>
                        <a:lnSpc>
                          <a:spcPct val="105000"/>
                        </a:lnSpc>
                      </a:pPr>
                      <a:r>
                        <a:rPr lang="en-US" sz="1600" dirty="0">
                          <a:solidFill>
                            <a:schemeClr val="bg1"/>
                          </a:solidFill>
                          <a:latin typeface="Arial" panose="020B0604020202020204" pitchFamily="34" charset="0"/>
                          <a:ea typeface="Inter Medium" panose="02000503000000020004" pitchFamily="2" charset="0"/>
                        </a:rPr>
                        <a:t>Who we do it for</a:t>
                      </a:r>
                    </a:p>
                  </a:txBody>
                  <a:tcPr marL="0" marR="0" marT="0" marB="0"/>
                </a:tc>
                <a:extLst>
                  <a:ext uri="{0D108BD9-81ED-4DB2-BD59-A6C34878D82A}">
                    <a16:rowId xmlns:a16="http://schemas.microsoft.com/office/drawing/2014/main" val="2337709630"/>
                  </a:ext>
                </a:extLst>
              </a:tr>
              <a:tr h="240665">
                <a:tc>
                  <a:txBody>
                    <a:bodyPr/>
                    <a:lstStyle/>
                    <a:p>
                      <a:pPr>
                        <a:lnSpc>
                          <a:spcPct val="105000"/>
                        </a:lnSpc>
                      </a:pPr>
                      <a:r>
                        <a:rPr lang="en-US" sz="1600" b="1" dirty="0">
                          <a:solidFill>
                            <a:schemeClr val="bg1"/>
                          </a:solidFill>
                        </a:rPr>
                        <a:t>6</a:t>
                      </a:r>
                    </a:p>
                  </a:txBody>
                  <a:tcPr marL="0" marR="0" marT="0" marB="0"/>
                </a:tc>
                <a:tc>
                  <a:txBody>
                    <a:bodyPr/>
                    <a:lstStyle/>
                    <a:p>
                      <a:pPr>
                        <a:lnSpc>
                          <a:spcPct val="105000"/>
                        </a:lnSpc>
                      </a:pPr>
                      <a:r>
                        <a:rPr lang="en-US" sz="1600" dirty="0">
                          <a:solidFill>
                            <a:schemeClr val="bg1"/>
                          </a:solidFill>
                          <a:latin typeface="Arial" panose="020B0604020202020204" pitchFamily="34" charset="0"/>
                          <a:ea typeface="Inter Medium" panose="02000503000000020004" pitchFamily="2" charset="0"/>
                        </a:rPr>
                        <a:t>Lorem ipsum</a:t>
                      </a:r>
                    </a:p>
                  </a:txBody>
                  <a:tcPr marL="0" marR="0" marT="0" marB="0"/>
                </a:tc>
                <a:extLst>
                  <a:ext uri="{0D108BD9-81ED-4DB2-BD59-A6C34878D82A}">
                    <a16:rowId xmlns:a16="http://schemas.microsoft.com/office/drawing/2014/main" val="76934812"/>
                  </a:ext>
                </a:extLst>
              </a:tr>
              <a:tr h="240665">
                <a:tc>
                  <a:txBody>
                    <a:bodyPr/>
                    <a:lstStyle/>
                    <a:p>
                      <a:pPr>
                        <a:lnSpc>
                          <a:spcPct val="105000"/>
                        </a:lnSpc>
                      </a:pPr>
                      <a:r>
                        <a:rPr lang="en-US" sz="1600" b="1" dirty="0">
                          <a:solidFill>
                            <a:schemeClr val="bg1"/>
                          </a:solidFill>
                        </a:rPr>
                        <a:t>7</a:t>
                      </a:r>
                    </a:p>
                  </a:txBody>
                  <a:tcPr marL="0" marR="0" marT="0" marB="0"/>
                </a:tc>
                <a:tc>
                  <a:txBody>
                    <a:bodyPr/>
                    <a:lstStyle/>
                    <a:p>
                      <a:pPr>
                        <a:lnSpc>
                          <a:spcPct val="105000"/>
                        </a:lnSpc>
                      </a:pPr>
                      <a:r>
                        <a:rPr lang="en-US" sz="1600" dirty="0">
                          <a:solidFill>
                            <a:schemeClr val="bg1"/>
                          </a:solidFill>
                          <a:latin typeface="Arial" panose="020B0604020202020204" pitchFamily="34" charset="0"/>
                          <a:ea typeface="Inter Medium" panose="02000503000000020004" pitchFamily="2" charset="0"/>
                        </a:rPr>
                        <a:t>Dolor sit </a:t>
                      </a:r>
                      <a:r>
                        <a:rPr lang="en-US" sz="1600" dirty="0" err="1">
                          <a:solidFill>
                            <a:schemeClr val="bg1"/>
                          </a:solidFill>
                          <a:latin typeface="Arial" panose="020B0604020202020204" pitchFamily="34" charset="0"/>
                          <a:ea typeface="Inter Medium" panose="02000503000000020004" pitchFamily="2" charset="0"/>
                        </a:rPr>
                        <a:t>amet</a:t>
                      </a:r>
                      <a:endParaRPr lang="en-US" sz="1600" dirty="0">
                        <a:solidFill>
                          <a:schemeClr val="bg1"/>
                        </a:solidFill>
                        <a:latin typeface="Arial" panose="020B0604020202020204" pitchFamily="34" charset="0"/>
                        <a:ea typeface="Inter Medium" panose="02000503000000020004" pitchFamily="2" charset="0"/>
                      </a:endParaRPr>
                    </a:p>
                  </a:txBody>
                  <a:tcPr marL="0" marR="0" marT="0" marB="0"/>
                </a:tc>
                <a:extLst>
                  <a:ext uri="{0D108BD9-81ED-4DB2-BD59-A6C34878D82A}">
                    <a16:rowId xmlns:a16="http://schemas.microsoft.com/office/drawing/2014/main" val="118087115"/>
                  </a:ext>
                </a:extLst>
              </a:tr>
              <a:tr h="240665">
                <a:tc>
                  <a:txBody>
                    <a:bodyPr/>
                    <a:lstStyle/>
                    <a:p>
                      <a:pPr>
                        <a:lnSpc>
                          <a:spcPct val="105000"/>
                        </a:lnSpc>
                      </a:pPr>
                      <a:r>
                        <a:rPr lang="en-US" sz="1600" b="1" dirty="0">
                          <a:solidFill>
                            <a:schemeClr val="bg1"/>
                          </a:solidFill>
                        </a:rPr>
                        <a:t>8</a:t>
                      </a:r>
                    </a:p>
                  </a:txBody>
                  <a:tcPr marL="0" marR="0" marT="0" marB="0"/>
                </a:tc>
                <a:tc>
                  <a:txBody>
                    <a:bodyPr/>
                    <a:lstStyle/>
                    <a:p>
                      <a:pPr>
                        <a:lnSpc>
                          <a:spcPct val="105000"/>
                        </a:lnSpc>
                      </a:pPr>
                      <a:r>
                        <a:rPr lang="en-US" sz="1600" dirty="0" err="1">
                          <a:solidFill>
                            <a:schemeClr val="bg1"/>
                          </a:solidFill>
                          <a:latin typeface="Arial" panose="020B0604020202020204" pitchFamily="34" charset="0"/>
                          <a:ea typeface="Inter Medium" panose="02000503000000020004" pitchFamily="2" charset="0"/>
                        </a:rPr>
                        <a:t>Consectetuer</a:t>
                      </a:r>
                      <a:r>
                        <a:rPr lang="en-US" sz="1600" dirty="0">
                          <a:solidFill>
                            <a:schemeClr val="bg1"/>
                          </a:solidFill>
                          <a:latin typeface="Arial" panose="020B0604020202020204" pitchFamily="34" charset="0"/>
                          <a:ea typeface="Inter Medium" panose="02000503000000020004" pitchFamily="2" charset="0"/>
                        </a:rPr>
                        <a:t> </a:t>
                      </a:r>
                      <a:r>
                        <a:rPr lang="en-US" sz="1600" dirty="0" err="1">
                          <a:solidFill>
                            <a:schemeClr val="bg1"/>
                          </a:solidFill>
                          <a:latin typeface="Arial" panose="020B0604020202020204" pitchFamily="34" charset="0"/>
                          <a:ea typeface="Inter Medium" panose="02000503000000020004" pitchFamily="2" charset="0"/>
                        </a:rPr>
                        <a:t>adipiscing</a:t>
                      </a:r>
                      <a:endParaRPr lang="en-US" sz="1600" dirty="0">
                        <a:solidFill>
                          <a:schemeClr val="bg1"/>
                        </a:solidFill>
                        <a:latin typeface="Arial" panose="020B0604020202020204" pitchFamily="34" charset="0"/>
                        <a:ea typeface="Inter Medium" panose="02000503000000020004" pitchFamily="2" charset="0"/>
                      </a:endParaRPr>
                    </a:p>
                  </a:txBody>
                  <a:tcPr marL="0" marR="0" marT="0" marB="0"/>
                </a:tc>
                <a:extLst>
                  <a:ext uri="{0D108BD9-81ED-4DB2-BD59-A6C34878D82A}">
                    <a16:rowId xmlns:a16="http://schemas.microsoft.com/office/drawing/2014/main" val="3573801492"/>
                  </a:ext>
                </a:extLst>
              </a:tr>
            </a:tbl>
          </a:graphicData>
        </a:graphic>
      </p:graphicFrame>
    </p:spTree>
    <p:extLst>
      <p:ext uri="{BB962C8B-B14F-4D97-AF65-F5344CB8AC3E}">
        <p14:creationId xmlns:p14="http://schemas.microsoft.com/office/powerpoint/2010/main" val="260210909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4F674-D976-C379-F19E-3EC33B4ABD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FF3C8-C3FC-196A-75CB-ADC1B0CC5D8E}"/>
              </a:ext>
            </a:extLst>
          </p:cNvPr>
          <p:cNvSpPr>
            <a:spLocks noGrp="1"/>
          </p:cNvSpPr>
          <p:nvPr>
            <p:ph type="title"/>
          </p:nvPr>
        </p:nvSpPr>
        <p:spPr/>
        <p:txBody>
          <a:bodyPr/>
          <a:lstStyle/>
          <a:p>
            <a:r>
              <a:rPr lang="en-US" dirty="0"/>
              <a:t>Example Title</a:t>
            </a:r>
          </a:p>
        </p:txBody>
      </p:sp>
      <p:sp>
        <p:nvSpPr>
          <p:cNvPr id="3" name="Content Placeholder 2">
            <a:extLst>
              <a:ext uri="{FF2B5EF4-FFF2-40B4-BE49-F238E27FC236}">
                <a16:creationId xmlns:a16="http://schemas.microsoft.com/office/drawing/2014/main" id="{85EC6473-49C8-6B14-0968-2FB3DC6D870D}"/>
              </a:ext>
            </a:extLst>
          </p:cNvPr>
          <p:cNvSpPr>
            <a:spLocks noGrp="1"/>
          </p:cNvSpPr>
          <p:nvPr>
            <p:ph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endParaRPr lang="en-GB" dirty="0"/>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r>
              <a:rPr lang="en-GB" dirty="0"/>
              <a:t>While text boxes are formatted to be the correct font, size, and colour, they will not contain the levels as a placeholder does. Therefore, it is recommended that you copy an existing text placeholder on the slide if you would like to insert a text box, to preserve the use of these levels.</a:t>
            </a:r>
          </a:p>
        </p:txBody>
      </p:sp>
      <p:sp>
        <p:nvSpPr>
          <p:cNvPr id="5" name="Date Placeholder 4">
            <a:extLst>
              <a:ext uri="{FF2B5EF4-FFF2-40B4-BE49-F238E27FC236}">
                <a16:creationId xmlns:a16="http://schemas.microsoft.com/office/drawing/2014/main" id="{7EC9FC07-B294-3147-4F1C-F21AA38B1AB9}"/>
              </a:ext>
            </a:extLst>
          </p:cNvPr>
          <p:cNvSpPr>
            <a:spLocks noGrp="1"/>
          </p:cNvSpPr>
          <p:nvPr>
            <p:ph type="dt" sz="half" idx="10"/>
          </p:nvPr>
        </p:nvSpPr>
        <p:spPr/>
        <p:txBody>
          <a:bodyPr/>
          <a:lstStyle/>
          <a:p>
            <a:fld id="{310031CB-E0DC-49E5-82DD-46BACB801860}" type="datetime1">
              <a:rPr lang="en-GB" smtClean="0"/>
              <a:t>19/04/2026</a:t>
            </a:fld>
            <a:endParaRPr lang="en-GB"/>
          </a:p>
        </p:txBody>
      </p:sp>
      <p:sp>
        <p:nvSpPr>
          <p:cNvPr id="6" name="Footer Placeholder 5">
            <a:extLst>
              <a:ext uri="{FF2B5EF4-FFF2-40B4-BE49-F238E27FC236}">
                <a16:creationId xmlns:a16="http://schemas.microsoft.com/office/drawing/2014/main" id="{61D071F8-B278-6FD1-0996-46984E4179AB}"/>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8C724862-9620-D458-936F-38DE1784F840}"/>
              </a:ext>
            </a:extLst>
          </p:cNvPr>
          <p:cNvSpPr>
            <a:spLocks noGrp="1"/>
          </p:cNvSpPr>
          <p:nvPr>
            <p:ph type="sldNum" sz="quarter" idx="12"/>
          </p:nvPr>
        </p:nvSpPr>
        <p:spPr/>
        <p:txBody>
          <a:bodyPr/>
          <a:lstStyle/>
          <a:p>
            <a:fld id="{CBA53E11-492D-48B3-9F9B-09541CA2A39A}" type="slidenum">
              <a:rPr lang="en-GB" smtClean="0"/>
              <a:pPr/>
              <a:t>8</a:t>
            </a:fld>
            <a:endParaRPr lang="en-GB"/>
          </a:p>
        </p:txBody>
      </p:sp>
      <p:sp>
        <p:nvSpPr>
          <p:cNvPr id="4" name="Subtitle 3">
            <a:extLst>
              <a:ext uri="{FF2B5EF4-FFF2-40B4-BE49-F238E27FC236}">
                <a16:creationId xmlns:a16="http://schemas.microsoft.com/office/drawing/2014/main" id="{6EC9C2EB-875B-E20A-3C9B-C3DBC698FFF2}"/>
              </a:ext>
            </a:extLst>
          </p:cNvPr>
          <p:cNvSpPr>
            <a:spLocks noGrp="1"/>
          </p:cNvSpPr>
          <p:nvPr>
            <p:ph type="subTitle" idx="13"/>
          </p:nvPr>
        </p:nvSpPr>
        <p:spPr/>
        <p:txBody>
          <a:bodyPr/>
          <a:lstStyle/>
          <a:p>
            <a:r>
              <a:rPr lang="en-US" dirty="0"/>
              <a:t>Example Subtitle</a:t>
            </a:r>
          </a:p>
        </p:txBody>
      </p:sp>
    </p:spTree>
    <p:extLst>
      <p:ext uri="{BB962C8B-B14F-4D97-AF65-F5344CB8AC3E}">
        <p14:creationId xmlns:p14="http://schemas.microsoft.com/office/powerpoint/2010/main" val="62463322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B907A-906C-BDDA-3887-A34E60A55BC8}"/>
              </a:ext>
            </a:extLst>
          </p:cNvPr>
          <p:cNvSpPr>
            <a:spLocks noGrp="1"/>
          </p:cNvSpPr>
          <p:nvPr>
            <p:ph type="title"/>
          </p:nvPr>
        </p:nvSpPr>
        <p:spPr>
          <a:xfrm>
            <a:off x="318294" y="327025"/>
            <a:ext cx="9984581" cy="5934075"/>
          </a:xfrm>
        </p:spPr>
        <p:txBody>
          <a:bodyPr/>
          <a:lstStyle/>
          <a:p>
            <a:r>
              <a:rPr lang="en-US" dirty="0"/>
              <a:t>Large copy goes here and can break over multiple lines as required lorem ipsum dolor sit </a:t>
            </a:r>
            <a:r>
              <a:rPr lang="en-US" dirty="0" err="1"/>
              <a:t>amet</a:t>
            </a:r>
            <a:r>
              <a:rPr lang="en-US" dirty="0"/>
              <a:t> </a:t>
            </a:r>
            <a:r>
              <a:rPr lang="en-US" dirty="0" err="1"/>
              <a:t>consectetuer</a:t>
            </a:r>
            <a:r>
              <a:rPr lang="en-US" dirty="0"/>
              <a:t>.</a:t>
            </a:r>
          </a:p>
        </p:txBody>
      </p:sp>
      <p:sp>
        <p:nvSpPr>
          <p:cNvPr id="3" name="Date Placeholder 2">
            <a:extLst>
              <a:ext uri="{FF2B5EF4-FFF2-40B4-BE49-F238E27FC236}">
                <a16:creationId xmlns:a16="http://schemas.microsoft.com/office/drawing/2014/main" id="{C1FC5442-F9B6-12A1-F191-265F47358ECC}"/>
              </a:ext>
            </a:extLst>
          </p:cNvPr>
          <p:cNvSpPr>
            <a:spLocks noGrp="1"/>
          </p:cNvSpPr>
          <p:nvPr>
            <p:ph type="dt" sz="half" idx="10"/>
          </p:nvPr>
        </p:nvSpPr>
        <p:spPr>
          <a:xfrm>
            <a:off x="10641013" y="6393657"/>
            <a:ext cx="1234282" cy="137319"/>
          </a:xfrm>
        </p:spPr>
        <p:txBody>
          <a:bodyPr/>
          <a:lstStyle/>
          <a:p>
            <a:fld id="{5EFDDCC1-463E-4F6A-9519-8F894B5C272B}" type="datetime1">
              <a:rPr lang="en-GB" smtClean="0"/>
              <a:t>19/04/2026</a:t>
            </a:fld>
            <a:endParaRPr lang="en-GB"/>
          </a:p>
        </p:txBody>
      </p:sp>
      <p:sp>
        <p:nvSpPr>
          <p:cNvPr id="4" name="Footer Placeholder 3">
            <a:extLst>
              <a:ext uri="{FF2B5EF4-FFF2-40B4-BE49-F238E27FC236}">
                <a16:creationId xmlns:a16="http://schemas.microsoft.com/office/drawing/2014/main" id="{2C5732F3-8E82-6190-9AA7-CD1488DB2A47}"/>
              </a:ext>
            </a:extLst>
          </p:cNvPr>
          <p:cNvSpPr>
            <a:spLocks noGrp="1"/>
          </p:cNvSpPr>
          <p:nvPr>
            <p:ph type="ftr" sz="quarter" idx="11"/>
          </p:nvPr>
        </p:nvSpPr>
        <p:spPr>
          <a:xfrm>
            <a:off x="1965325" y="6393657"/>
            <a:ext cx="3423444" cy="137319"/>
          </a:xfrm>
        </p:spPr>
        <p:txBody>
          <a:bodyPr/>
          <a:lstStyle/>
          <a:p>
            <a:endParaRPr lang="en-GB" dirty="0"/>
          </a:p>
        </p:txBody>
      </p:sp>
      <p:sp>
        <p:nvSpPr>
          <p:cNvPr id="5" name="Slide Number Placeholder 4">
            <a:extLst>
              <a:ext uri="{FF2B5EF4-FFF2-40B4-BE49-F238E27FC236}">
                <a16:creationId xmlns:a16="http://schemas.microsoft.com/office/drawing/2014/main" id="{1F9068C9-0C98-06D8-61CE-EFA3C45E7E67}"/>
              </a:ext>
            </a:extLst>
          </p:cNvPr>
          <p:cNvSpPr>
            <a:spLocks noGrp="1"/>
          </p:cNvSpPr>
          <p:nvPr>
            <p:ph type="sldNum" sz="quarter" idx="12"/>
          </p:nvPr>
        </p:nvSpPr>
        <p:spPr>
          <a:xfrm>
            <a:off x="5936457" y="6393657"/>
            <a:ext cx="319088" cy="137319"/>
          </a:xfrm>
        </p:spPr>
        <p:txBody>
          <a:bodyPr/>
          <a:lstStyle/>
          <a:p>
            <a:fld id="{CBA53E11-492D-48B3-9F9B-09541CA2A39A}" type="slidenum">
              <a:rPr lang="en-GB" smtClean="0"/>
              <a:pPr/>
              <a:t>9</a:t>
            </a:fld>
            <a:endParaRPr lang="en-GB"/>
          </a:p>
        </p:txBody>
      </p:sp>
    </p:spTree>
    <p:extLst>
      <p:ext uri="{BB962C8B-B14F-4D97-AF65-F5344CB8AC3E}">
        <p14:creationId xmlns:p14="http://schemas.microsoft.com/office/powerpoint/2010/main" val="244071780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CC4B8F9-9D67-A8B4-F228-8F9929C2FD14}"/>
              </a:ext>
            </a:extLst>
          </p:cNvPr>
          <p:cNvSpPr>
            <a:spLocks noGrp="1"/>
          </p:cNvSpPr>
          <p:nvPr>
            <p:ph type="dt" sz="half" idx="10"/>
          </p:nvPr>
        </p:nvSpPr>
        <p:spPr/>
        <p:txBody>
          <a:bodyPr/>
          <a:lstStyle/>
          <a:p>
            <a:fld id="{9496BB3D-F994-4398-A9C8-63BA164CC7BE}" type="datetime1">
              <a:rPr lang="en-GB" smtClean="0"/>
              <a:t>19/04/2026</a:t>
            </a:fld>
            <a:endParaRPr lang="en-GB"/>
          </a:p>
        </p:txBody>
      </p:sp>
      <p:sp>
        <p:nvSpPr>
          <p:cNvPr id="5" name="Footer Placeholder 4">
            <a:extLst>
              <a:ext uri="{FF2B5EF4-FFF2-40B4-BE49-F238E27FC236}">
                <a16:creationId xmlns:a16="http://schemas.microsoft.com/office/drawing/2014/main" id="{FD06A884-25FA-3F7D-3DD0-C02DFC759A2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6130F53-F092-7E89-203B-21B3E8BC1B01}"/>
              </a:ext>
            </a:extLst>
          </p:cNvPr>
          <p:cNvSpPr>
            <a:spLocks noGrp="1"/>
          </p:cNvSpPr>
          <p:nvPr>
            <p:ph type="sldNum" sz="quarter" idx="12"/>
          </p:nvPr>
        </p:nvSpPr>
        <p:spPr/>
        <p:txBody>
          <a:bodyPr/>
          <a:lstStyle/>
          <a:p>
            <a:fld id="{CBA53E11-492D-48B3-9F9B-09541CA2A39A}" type="slidenum">
              <a:rPr lang="en-GB" smtClean="0"/>
              <a:pPr/>
              <a:t>10</a:t>
            </a:fld>
            <a:endParaRPr lang="en-GB"/>
          </a:p>
        </p:txBody>
      </p:sp>
      <p:sp>
        <p:nvSpPr>
          <p:cNvPr id="2" name="Title 1">
            <a:extLst>
              <a:ext uri="{FF2B5EF4-FFF2-40B4-BE49-F238E27FC236}">
                <a16:creationId xmlns:a16="http://schemas.microsoft.com/office/drawing/2014/main" id="{5D36E27C-1C2F-C39B-0EC5-9C8254E24F7A}"/>
              </a:ext>
            </a:extLst>
          </p:cNvPr>
          <p:cNvSpPr>
            <a:spLocks noGrp="1"/>
          </p:cNvSpPr>
          <p:nvPr>
            <p:ph type="ctrTitle"/>
          </p:nvPr>
        </p:nvSpPr>
        <p:spPr/>
        <p:txBody>
          <a:bodyPr/>
          <a:lstStyle/>
          <a:p>
            <a:r>
              <a:rPr lang="en-US" dirty="0"/>
              <a:t>Section Title</a:t>
            </a:r>
          </a:p>
        </p:txBody>
      </p:sp>
      <p:sp>
        <p:nvSpPr>
          <p:cNvPr id="3" name="Subtitle 2">
            <a:extLst>
              <a:ext uri="{FF2B5EF4-FFF2-40B4-BE49-F238E27FC236}">
                <a16:creationId xmlns:a16="http://schemas.microsoft.com/office/drawing/2014/main" id="{747618ED-8278-C6F7-50F8-719A7A5608D8}"/>
              </a:ext>
            </a:extLst>
          </p:cNvPr>
          <p:cNvSpPr>
            <a:spLocks noGrp="1"/>
          </p:cNvSpPr>
          <p:nvPr>
            <p:ph type="subTitle" idx="1"/>
          </p:nvPr>
        </p:nvSpPr>
        <p:spPr/>
        <p:txBody>
          <a:bodyPr/>
          <a:lstStyle/>
          <a:p>
            <a:r>
              <a:rPr lang="en-US" dirty="0"/>
              <a:t>Section Subtitle</a:t>
            </a:r>
          </a:p>
        </p:txBody>
      </p:sp>
    </p:spTree>
    <p:extLst>
      <p:ext uri="{BB962C8B-B14F-4D97-AF65-F5344CB8AC3E}">
        <p14:creationId xmlns:p14="http://schemas.microsoft.com/office/powerpoint/2010/main" val="179684931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92A0-DAFD-2CE4-F5BD-315A0135CDD6}"/>
              </a:ext>
            </a:extLst>
          </p:cNvPr>
          <p:cNvSpPr>
            <a:spLocks noGrp="1"/>
          </p:cNvSpPr>
          <p:nvPr>
            <p:ph type="ctrTitle"/>
          </p:nvPr>
        </p:nvSpPr>
        <p:spPr>
          <a:xfrm>
            <a:off x="317500" y="3338513"/>
            <a:ext cx="9144000" cy="1828800"/>
          </a:xfrm>
        </p:spPr>
        <p:txBody>
          <a:bodyPr/>
          <a:lstStyle/>
          <a:p>
            <a:r>
              <a:rPr lang="en-US" dirty="0"/>
              <a:t>Thank you</a:t>
            </a:r>
          </a:p>
        </p:txBody>
      </p:sp>
      <p:sp>
        <p:nvSpPr>
          <p:cNvPr id="3" name="Text Placeholder 2">
            <a:extLst>
              <a:ext uri="{FF2B5EF4-FFF2-40B4-BE49-F238E27FC236}">
                <a16:creationId xmlns:a16="http://schemas.microsoft.com/office/drawing/2014/main" id="{0B6972F5-B010-8428-D0AA-F619C83E71DE}"/>
              </a:ext>
            </a:extLst>
          </p:cNvPr>
          <p:cNvSpPr>
            <a:spLocks noGrp="1"/>
          </p:cNvSpPr>
          <p:nvPr>
            <p:ph type="body" sz="quarter" idx="10"/>
          </p:nvPr>
        </p:nvSpPr>
        <p:spPr>
          <a:xfrm>
            <a:off x="330200" y="5878513"/>
            <a:ext cx="5606257" cy="652463"/>
          </a:xfrm>
        </p:spPr>
        <p:txBody>
          <a:bodyPr/>
          <a:lstStyle/>
          <a:p>
            <a:r>
              <a:rPr lang="en-US" dirty="0"/>
              <a:t>Presentation Title</a:t>
            </a:r>
          </a:p>
          <a:p>
            <a:r>
              <a:rPr lang="en-US" dirty="0"/>
              <a:t>DD/MM/YYYY</a:t>
            </a:r>
          </a:p>
        </p:txBody>
      </p:sp>
    </p:spTree>
    <p:extLst>
      <p:ext uri="{BB962C8B-B14F-4D97-AF65-F5344CB8AC3E}">
        <p14:creationId xmlns:p14="http://schemas.microsoft.com/office/powerpoint/2010/main" val="2287451629"/>
      </p:ext>
    </p:extLst>
  </p:cSld>
  <p:clrMapOvr>
    <a:masterClrMapping/>
  </p:clrMapOvr>
  <p:transition>
    <p:fade/>
  </p:transition>
</p:sld>
</file>

<file path=ppt/theme/theme1.xml><?xml version="1.0" encoding="utf-8"?>
<a:theme xmlns:a="http://schemas.openxmlformats.org/drawingml/2006/main" name="ICL PPT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College Standard Font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Arial_Imperial_PowerPoint_16_9_simplified template_with_instrucs" id="{E2003566-CB3B-AF4B-AC63-3C69992DFC2C}" vid="{F435D263-C53D-E44B-AFB4-0237A8A90C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d1e2927-7a8e-4755-b112-de5aaecc1c06">
      <Terms xmlns="http://schemas.microsoft.com/office/infopath/2007/PartnerControls"/>
    </lcf76f155ced4ddcb4097134ff3c332f>
    <TaxCatchAll xmlns="d0201ca7-26fa-426c-b12d-c4c6e5857d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99AEDE06C8B0342A6C4D20B29F8488E" ma:contentTypeVersion="16" ma:contentTypeDescription="Create a new document." ma:contentTypeScope="" ma:versionID="a4578b94c4c0df5c4f162bb3027c7c05">
  <xsd:schema xmlns:xsd="http://www.w3.org/2001/XMLSchema" xmlns:xs="http://www.w3.org/2001/XMLSchema" xmlns:p="http://schemas.microsoft.com/office/2006/metadata/properties" xmlns:ns2="6d1e2927-7a8e-4755-b112-de5aaecc1c06" xmlns:ns3="df1ede62-d5df-40e3-a8ec-fa53b1631612" xmlns:ns4="d0201ca7-26fa-426c-b12d-c4c6e5857dcc" targetNamespace="http://schemas.microsoft.com/office/2006/metadata/properties" ma:root="true" ma:fieldsID="8c51cfd87b0abe227219b0f2986567bc" ns2:_="" ns3:_="" ns4:_="">
    <xsd:import namespace="6d1e2927-7a8e-4755-b112-de5aaecc1c06"/>
    <xsd:import namespace="df1ede62-d5df-40e3-a8ec-fa53b1631612"/>
    <xsd:import namespace="d0201ca7-26fa-426c-b12d-c4c6e5857dc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4: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e2927-7a8e-4755-b112-de5aaecc1c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4661dae-d6df-48fc-a54e-a577d2899e9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f1ede62-d5df-40e3-a8ec-fa53b163161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201ca7-26fa-426c-b12d-c4c6e5857dcc"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04698054-6ef3-4a0a-8632-c02544f20d65}" ma:internalName="TaxCatchAll" ma:showField="CatchAllData" ma:web="d0201ca7-26fa-426c-b12d-c4c6e5857dc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7BB4C6-127E-40DB-83D0-BAD626190316}">
  <ds:schemaRefs>
    <ds:schemaRef ds:uri="http://schemas.openxmlformats.org/package/2006/metadata/core-properties"/>
    <ds:schemaRef ds:uri="df1ede62-d5df-40e3-a8ec-fa53b1631612"/>
    <ds:schemaRef ds:uri="http://schemas.microsoft.com/office/2006/documentManagement/types"/>
    <ds:schemaRef ds:uri="http://purl.org/dc/dcmitype/"/>
    <ds:schemaRef ds:uri="6d1e2927-7a8e-4755-b112-de5aaecc1c06"/>
    <ds:schemaRef ds:uri="http://www.w3.org/XML/1998/namespace"/>
    <ds:schemaRef ds:uri="http://schemas.microsoft.com/office/2006/metadata/properties"/>
    <ds:schemaRef ds:uri="http://purl.org/dc/elements/1.1/"/>
    <ds:schemaRef ds:uri="http://purl.org/dc/terms/"/>
    <ds:schemaRef ds:uri="http://schemas.microsoft.com/office/infopath/2007/PartnerControls"/>
    <ds:schemaRef ds:uri="d0201ca7-26fa-426c-b12d-c4c6e5857dcc"/>
  </ds:schemaRefs>
</ds:datastoreItem>
</file>

<file path=customXml/itemProps2.xml><?xml version="1.0" encoding="utf-8"?>
<ds:datastoreItem xmlns:ds="http://schemas.openxmlformats.org/officeDocument/2006/customXml" ds:itemID="{0BCC2720-3352-404F-8526-0437378EE581}">
  <ds:schemaRefs>
    <ds:schemaRef ds:uri="http://schemas.microsoft.com/sharepoint/v3/contenttype/forms"/>
  </ds:schemaRefs>
</ds:datastoreItem>
</file>

<file path=customXml/itemProps3.xml><?xml version="1.0" encoding="utf-8"?>
<ds:datastoreItem xmlns:ds="http://schemas.openxmlformats.org/officeDocument/2006/customXml" ds:itemID="{D6D8D580-1CFD-4A82-B403-D3A047B3EE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e2927-7a8e-4755-b112-de5aaecc1c06"/>
    <ds:schemaRef ds:uri="df1ede62-d5df-40e3-a8ec-fa53b1631612"/>
    <ds:schemaRef ds:uri="d0201ca7-26fa-426c-b12d-c4c6e5857d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ICL PPT Theme</Template>
  <TotalTime>1</TotalTime>
  <Words>914</Words>
  <Application>Microsoft Macintosh PowerPoint</Application>
  <PresentationFormat>Widescreen</PresentationFormat>
  <Paragraphs>117</Paragraphs>
  <Slides>11</Slides>
  <Notes>0</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Inter Medium</vt:lpstr>
      <vt:lpstr>ICL PPT Theme</vt:lpstr>
      <vt:lpstr>Presentation Title</vt:lpstr>
      <vt:lpstr>Notes to the template</vt:lpstr>
      <vt:lpstr>Notes to the template</vt:lpstr>
      <vt:lpstr>Notes to the template</vt:lpstr>
      <vt:lpstr>Notes to the template</vt:lpstr>
      <vt:lpstr>Notes to the template</vt:lpstr>
      <vt:lpstr>Agenda</vt:lpstr>
      <vt:lpstr>Example Title</vt:lpstr>
      <vt:lpstr>Large copy goes here and can break over multiple lines as required lorem ipsum dolor sit amet consectetuer.</vt:lpstr>
      <vt:lpstr>Section Title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Cattaneo, Anastasia A E</dc:creator>
  <cp:lastModifiedBy>Cattaneo, Anastasia A E</cp:lastModifiedBy>
  <cp:revision>1</cp:revision>
  <dcterms:created xsi:type="dcterms:W3CDTF">2026-04-19T16:15:37Z</dcterms:created>
  <dcterms:modified xsi:type="dcterms:W3CDTF">2026-04-19T16:16:47Z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0x010100D99AEDE06C8B0342A6C4D20B29F8488E</vt:lpwstr>
  </property>
</Properties>
</file>